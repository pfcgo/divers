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Noto Sans"/>
      <p:regular r:id="rId6"/>
      <p:bold r:id="rId7"/>
      <p:italic r:id="rId8"/>
      <p:boldItalic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nuSnPtS7e5JPqbpMYXnkd+Qu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font" Target="fonts/NotoSans-boldItalic.fntdata"/><Relationship Id="rId5" Type="http://schemas.openxmlformats.org/officeDocument/2006/relationships/slide" Target="slides/slide1.xml"/><Relationship Id="rId6" Type="http://schemas.openxmlformats.org/officeDocument/2006/relationships/font" Target="fonts/NotoSans-regular.fntdata"/><Relationship Id="rId7" Type="http://schemas.openxmlformats.org/officeDocument/2006/relationships/font" Target="fonts/NotoSans-bold.fntdata"/><Relationship Id="rId8" Type="http://schemas.openxmlformats.org/officeDocument/2006/relationships/font" Target="fonts/Noto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ar-SA"/>
              <a:t>quand jack s'est reveile, le matin, il a trouve, un grand arbre de haricot qui a pousse a cause/grace a (طِلْعِت)  des haricot magique (السِّحْرِيَّة)</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5183188" y="987425"/>
            <a:ext cx="6172200" cy="4873625"/>
          </a:xfrm>
          <a:prstGeom prst="rect">
            <a:avLst/>
          </a:prstGeom>
          <a:noFill/>
          <a:ln>
            <a:noFill/>
          </a:ln>
        </p:spPr>
      </p:sp>
      <p:sp>
        <p:nvSpPr>
          <p:cNvPr id="64" name="Google Shape;64;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ar-S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ar-S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Nuvole rosa e blu" id="84" name="Google Shape;84;p1"/>
          <p:cNvPicPr preferRelativeResize="0"/>
          <p:nvPr/>
        </p:nvPicPr>
        <p:blipFill rotWithShape="1">
          <a:blip r:embed="rId3">
            <a:alphaModFix amt="70000"/>
          </a:blip>
          <a:srcRect b="-1" l="0" r="-1" t="14117"/>
          <a:stretch/>
        </p:blipFill>
        <p:spPr>
          <a:xfrm>
            <a:off x="20" y="10"/>
            <a:ext cx="12188932" cy="6856614"/>
          </a:xfrm>
          <a:prstGeom prst="rect">
            <a:avLst/>
          </a:prstGeom>
          <a:noFill/>
          <a:ln>
            <a:noFill/>
          </a:ln>
        </p:spPr>
      </p:pic>
      <p:sp>
        <p:nvSpPr>
          <p:cNvPr id="85" name="Google Shape;85;p1"/>
          <p:cNvSpPr/>
          <p:nvPr/>
        </p:nvSpPr>
        <p:spPr>
          <a:xfrm>
            <a:off x="109330" y="1507067"/>
            <a:ext cx="12070598" cy="3539066"/>
          </a:xfrm>
          <a:prstGeom prst="rect">
            <a:avLst/>
          </a:prstGeom>
          <a:gradFill>
            <a:gsLst>
              <a:gs pos="0">
                <a:srgbClr val="939393"/>
              </a:gs>
              <a:gs pos="50000">
                <a:srgbClr val="D5D5D5"/>
              </a:gs>
              <a:gs pos="100000">
                <a:schemeClr val="lt1"/>
              </a:gs>
            </a:gsLst>
            <a:path path="circle">
              <a:fillToRect b="50%" l="50%" r="50%" t="50%"/>
            </a:path>
            <a:tileRect/>
          </a:gradFill>
          <a:ln cap="flat" cmpd="sng" w="762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0" i="0" lang="ar-SA" sz="4000" u="none" cap="none" strike="noStrike">
                <a:solidFill>
                  <a:srgbClr val="2C2F34"/>
                </a:solidFill>
                <a:latin typeface="Noto Sans"/>
                <a:ea typeface="Noto Sans"/>
                <a:cs typeface="Noto Sans"/>
                <a:sym typeface="Noto Sans"/>
              </a:rPr>
              <a:t>لَمَّا صِحِي جَاك مِنِ النُّوم اِلصُّبْح لِقِي شَجَرِةْ فَاصُولْيَا كْبِيرَة طِلْعِت بِسَبَب حُبُوب الْفَاصُولْيَا السِّحْرِيَّة، وِطِلَع عَلَى الشَّجَرَة لِغَايِةْ لَمَّا وِصِل لِمَمْلَكَة فِي السَّمَا، بِيْعِيش فِيهَا عِمْلَاق وِمْرَاتُو. شَاف مْرَات الْعِمْلَاق فِالْمَطْبَخ فطَلَب مِنْهَا حاجَة يَاكُلْهَا لِأَنُّه كَان جَعَان، فَدَّاتُو مْرَات الْعِمْلَاق عِيش وِلَبَن.</a:t>
            </a:r>
            <a:endParaRPr b="1" i="0" sz="4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2023-05-18T14:44:11Z</dcterms:created>
  <dc:creator>Leila Alami</dc:creator>
</cp:coreProperties>
</file>