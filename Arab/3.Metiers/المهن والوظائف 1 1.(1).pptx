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K8uXFwQeiuhudSI/H6zYOeb2Q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4b5f01edd8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24b5f01edd8_2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3359149" y="389840"/>
            <a:ext cx="8281987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venir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3359149" y="3536951"/>
            <a:ext cx="8281989" cy="255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" name="Google Shape;17;p7"/>
          <p:cNvSpPr/>
          <p:nvPr/>
        </p:nvSpPr>
        <p:spPr>
          <a:xfrm rot="2700000">
            <a:off x="612445" y="481888"/>
            <a:ext cx="1080000" cy="1262947"/>
          </a:xfrm>
          <a:custGeom>
            <a:rect b="b" l="l" r="r" t="t"/>
            <a:pathLst>
              <a:path extrusionOk="0" h="1262947" w="1080000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0">
                <a:srgbClr val="314657"/>
              </a:gs>
              <a:gs pos="30000">
                <a:srgbClr val="314657"/>
              </a:gs>
              <a:gs pos="40000">
                <a:srgbClr val="48667F"/>
              </a:gs>
              <a:gs pos="60000">
                <a:srgbClr val="314657"/>
              </a:gs>
              <a:gs pos="100000">
                <a:schemeClr val="dk2"/>
              </a:gs>
            </a:gsLst>
            <a:lin ang="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" name="Google Shape;18;p7"/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0">
                <a:srgbClr val="2A3C4A"/>
              </a:gs>
              <a:gs pos="50000">
                <a:srgbClr val="2A3C4A"/>
              </a:gs>
              <a:gs pos="100000">
                <a:srgbClr val="314657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" name="Google Shape;19;p7"/>
          <p:cNvSpPr/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0" name="Google Shape;20;p7"/>
          <p:cNvGrpSpPr/>
          <p:nvPr/>
        </p:nvGrpSpPr>
        <p:grpSpPr>
          <a:xfrm>
            <a:off x="1292493" y="4299807"/>
            <a:ext cx="2083885" cy="2083885"/>
            <a:chOff x="4842143" y="3556857"/>
            <a:chExt cx="2083885" cy="2083885"/>
          </a:xfrm>
        </p:grpSpPr>
        <p:sp>
          <p:nvSpPr>
            <p:cNvPr id="21" name="Google Shape;21;p7"/>
            <p:cNvSpPr/>
            <p:nvPr/>
          </p:nvSpPr>
          <p:spPr>
            <a:xfrm flipH="1" rot="8100000">
              <a:off x="5005634" y="4191206"/>
              <a:ext cx="1853969" cy="926985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" name="Google Shape;22;p7"/>
            <p:cNvSpPr/>
            <p:nvPr/>
          </p:nvSpPr>
          <p:spPr>
            <a:xfrm flipH="1" rot="8100000">
              <a:off x="4957101" y="4052255"/>
              <a:ext cx="1853969" cy="1093090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99BB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" name="Google Shape;23;p7"/>
            <p:cNvSpPr/>
            <p:nvPr/>
          </p:nvSpPr>
          <p:spPr>
            <a:xfrm flipH="1" rot="2700000">
              <a:off x="6040374" y="3601683"/>
              <a:ext cx="107098" cy="466589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" name="Google Shape;24;p7"/>
            <p:cNvSpPr/>
            <p:nvPr/>
          </p:nvSpPr>
          <p:spPr>
            <a:xfrm flipH="1" rot="2700000">
              <a:off x="5059348" y="4582709"/>
              <a:ext cx="107098" cy="466589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8"/>
          <p:cNvGrpSpPr/>
          <p:nvPr/>
        </p:nvGrpSpPr>
        <p:grpSpPr>
          <a:xfrm>
            <a:off x="363888" y="5322560"/>
            <a:ext cx="1030305" cy="1030305"/>
            <a:chOff x="10240859" y="1436639"/>
            <a:chExt cx="1030305" cy="1030305"/>
          </a:xfrm>
        </p:grpSpPr>
        <p:sp>
          <p:nvSpPr>
            <p:cNvPr id="27" name="Google Shape;27;p8"/>
            <p:cNvSpPr/>
            <p:nvPr/>
          </p:nvSpPr>
          <p:spPr>
            <a:xfrm rot="-8100000">
              <a:off x="10268976" y="1743588"/>
              <a:ext cx="926985" cy="463493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" name="Google Shape;28;p8"/>
            <p:cNvSpPr/>
            <p:nvPr/>
          </p:nvSpPr>
          <p:spPr>
            <a:xfrm rot="-2700000">
              <a:off x="11115555" y="1939340"/>
              <a:ext cx="53549" cy="233295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" name="Google Shape;29;p8"/>
            <p:cNvSpPr/>
            <p:nvPr/>
          </p:nvSpPr>
          <p:spPr>
            <a:xfrm rot="-2700000">
              <a:off x="10625042" y="1448827"/>
              <a:ext cx="53549" cy="233295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" name="Google Shape;30;p8"/>
            <p:cNvSpPr/>
            <p:nvPr/>
          </p:nvSpPr>
          <p:spPr>
            <a:xfrm rot="-8100000">
              <a:off x="10292519" y="1686748"/>
              <a:ext cx="926985" cy="530086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99BB5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31" name="Google Shape;31;p8"/>
          <p:cNvSpPr txBox="1"/>
          <p:nvPr>
            <p:ph type="title"/>
          </p:nvPr>
        </p:nvSpPr>
        <p:spPr>
          <a:xfrm>
            <a:off x="550862" y="549275"/>
            <a:ext cx="110916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550863" y="2113199"/>
            <a:ext cx="11090274" cy="397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9"/>
          <p:cNvGrpSpPr/>
          <p:nvPr/>
        </p:nvGrpSpPr>
        <p:grpSpPr>
          <a:xfrm>
            <a:off x="242406" y="748159"/>
            <a:ext cx="897877" cy="934082"/>
            <a:chOff x="5129684" y="1232940"/>
            <a:chExt cx="897877" cy="934082"/>
          </a:xfrm>
        </p:grpSpPr>
        <p:sp>
          <p:nvSpPr>
            <p:cNvPr id="38" name="Google Shape;38;p9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" name="Google Shape;39;p9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" name="Google Shape;40;p9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41" name="Google Shape;41;p9"/>
          <p:cNvSpPr txBox="1"/>
          <p:nvPr>
            <p:ph type="title"/>
          </p:nvPr>
        </p:nvSpPr>
        <p:spPr>
          <a:xfrm>
            <a:off x="563563" y="474345"/>
            <a:ext cx="11077574" cy="29546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venir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566271" y="3629772"/>
            <a:ext cx="11074866" cy="2678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/>
          <p:nvPr/>
        </p:nvSpPr>
        <p:spPr>
          <a:xfrm rot="-2700000">
            <a:off x="11209132" y="4448189"/>
            <a:ext cx="999200" cy="1262947"/>
          </a:xfrm>
          <a:custGeom>
            <a:rect b="b" l="l" r="r" t="t"/>
            <a:pathLst>
              <a:path extrusionOk="0" h="1262947" w="999200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0">
                <a:srgbClr val="314657"/>
              </a:gs>
              <a:gs pos="30000">
                <a:srgbClr val="314657"/>
              </a:gs>
              <a:gs pos="40000">
                <a:srgbClr val="48667F"/>
              </a:gs>
              <a:gs pos="60000">
                <a:srgbClr val="314657"/>
              </a:gs>
              <a:gs pos="100000">
                <a:schemeClr val="dk2"/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7" name="Google Shape;47;p9"/>
          <p:cNvSpPr/>
          <p:nvPr/>
        </p:nvSpPr>
        <p:spPr>
          <a:xfrm rot="2700000">
            <a:off x="11686937" y="4853516"/>
            <a:ext cx="540000" cy="978284"/>
          </a:xfrm>
          <a:custGeom>
            <a:rect b="b" l="l" r="r" t="t"/>
            <a:pathLst>
              <a:path extrusionOk="0" h="978284" w="540000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rgbClr val="3146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50" name="Google Shape;50;p10"/>
          <p:cNvGrpSpPr/>
          <p:nvPr/>
        </p:nvGrpSpPr>
        <p:grpSpPr>
          <a:xfrm>
            <a:off x="233344" y="5384019"/>
            <a:ext cx="828357" cy="828357"/>
            <a:chOff x="2895711" y="1234487"/>
            <a:chExt cx="828357" cy="828357"/>
          </a:xfrm>
        </p:grpSpPr>
        <p:sp>
          <p:nvSpPr>
            <p:cNvPr id="51" name="Google Shape;51;p10"/>
            <p:cNvSpPr/>
            <p:nvPr/>
          </p:nvSpPr>
          <p:spPr>
            <a:xfrm rot="2700000">
              <a:off x="3039890" y="1332929"/>
              <a:ext cx="540000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8667F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" name="Google Shape;52;p10"/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0">
                  <a:srgbClr val="2A3C4A"/>
                </a:gs>
                <a:gs pos="50000">
                  <a:srgbClr val="2A3C4A"/>
                </a:gs>
                <a:gs pos="100000">
                  <a:srgbClr val="31465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53" name="Google Shape;53;p10"/>
          <p:cNvSpPr txBox="1"/>
          <p:nvPr>
            <p:ph type="title"/>
          </p:nvPr>
        </p:nvSpPr>
        <p:spPr>
          <a:xfrm>
            <a:off x="550863" y="54927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6205538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/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1" name="Google Shape;61;p11"/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" name="Google Shape;62;p11"/>
          <p:cNvSpPr txBox="1"/>
          <p:nvPr>
            <p:ph type="title"/>
          </p:nvPr>
        </p:nvSpPr>
        <p:spPr>
          <a:xfrm>
            <a:off x="550862" y="549275"/>
            <a:ext cx="11097551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550864" y="1881275"/>
            <a:ext cx="5437186" cy="5353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11"/>
          <p:cNvSpPr txBox="1"/>
          <p:nvPr>
            <p:ph idx="2" type="body"/>
          </p:nvPr>
        </p:nvSpPr>
        <p:spPr>
          <a:xfrm>
            <a:off x="550863" y="2577270"/>
            <a:ext cx="5429114" cy="3515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3" type="body"/>
          </p:nvPr>
        </p:nvSpPr>
        <p:spPr>
          <a:xfrm>
            <a:off x="6212024" y="1881275"/>
            <a:ext cx="5436392" cy="5353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b="0" sz="14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4" type="body"/>
          </p:nvPr>
        </p:nvSpPr>
        <p:spPr>
          <a:xfrm>
            <a:off x="6212023" y="2577270"/>
            <a:ext cx="5436391" cy="3515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3359149" y="550799"/>
            <a:ext cx="8283313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75" name="Google Shape;75;p12"/>
          <p:cNvSpPr/>
          <p:nvPr/>
        </p:nvSpPr>
        <p:spPr>
          <a:xfrm flipH="1" rot="8100000">
            <a:off x="-410727" y="3958416"/>
            <a:ext cx="3536330" cy="1853969"/>
          </a:xfrm>
          <a:custGeom>
            <a:rect b="b" l="l" r="r" t="t"/>
            <a:pathLst>
              <a:path extrusionOk="0" h="1853969" w="3536330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>
            <a:gsLst>
              <a:gs pos="0">
                <a:srgbClr val="314657"/>
              </a:gs>
              <a:gs pos="31000">
                <a:srgbClr val="314657"/>
              </a:gs>
              <a:gs pos="97000">
                <a:schemeClr val="dk2"/>
              </a:gs>
              <a:gs pos="100000">
                <a:schemeClr val="dk2"/>
              </a:gs>
            </a:gsLst>
            <a:lin ang="15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6" name="Google Shape;76;p12"/>
          <p:cNvSpPr/>
          <p:nvPr/>
        </p:nvSpPr>
        <p:spPr>
          <a:xfrm flipH="1" rot="8100000">
            <a:off x="-481151" y="3649708"/>
            <a:ext cx="3478701" cy="2164843"/>
          </a:xfrm>
          <a:custGeom>
            <a:rect b="b" l="l" r="r" t="t"/>
            <a:pathLst>
              <a:path extrusionOk="0" h="2164843" w="3478701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rgbClr val="799BB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7" name="Google Shape;77;p12"/>
          <p:cNvSpPr/>
          <p:nvPr/>
        </p:nvSpPr>
        <p:spPr>
          <a:xfrm flipH="1" rot="2700000">
            <a:off x="1512277" y="2840042"/>
            <a:ext cx="214196" cy="933178"/>
          </a:xfrm>
          <a:prstGeom prst="ellipse">
            <a:avLst/>
          </a:prstGeom>
          <a:solidFill>
            <a:srgbClr val="3146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" name="Google Shape;78;p12"/>
          <p:cNvSpPr/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79" name="Google Shape;79;p12"/>
          <p:cNvGrpSpPr/>
          <p:nvPr/>
        </p:nvGrpSpPr>
        <p:grpSpPr>
          <a:xfrm>
            <a:off x="509106" y="1383159"/>
            <a:ext cx="897877" cy="934082"/>
            <a:chOff x="5129684" y="1232940"/>
            <a:chExt cx="897877" cy="934082"/>
          </a:xfrm>
        </p:grpSpPr>
        <p:sp>
          <p:nvSpPr>
            <p:cNvPr id="80" name="Google Shape;80;p12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" name="Google Shape;81;p12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4"/>
          <p:cNvGrpSpPr/>
          <p:nvPr/>
        </p:nvGrpSpPr>
        <p:grpSpPr>
          <a:xfrm>
            <a:off x="4752748" y="4823504"/>
            <a:ext cx="1656714" cy="1656714"/>
            <a:chOff x="2481534" y="2139594"/>
            <a:chExt cx="1656714" cy="1656714"/>
          </a:xfrm>
        </p:grpSpPr>
        <p:sp>
          <p:nvSpPr>
            <p:cNvPr id="89" name="Google Shape;89;p14"/>
            <p:cNvSpPr/>
            <p:nvPr/>
          </p:nvSpPr>
          <p:spPr>
            <a:xfrm rot="2700000">
              <a:off x="2769891" y="2336477"/>
              <a:ext cx="1080000" cy="1262947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8667F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0">
                  <a:srgbClr val="2A3C4A"/>
                </a:gs>
                <a:gs pos="50000">
                  <a:srgbClr val="2A3C4A"/>
                </a:gs>
                <a:gs pos="100000">
                  <a:srgbClr val="31465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91" name="Google Shape;91;p14"/>
          <p:cNvSpPr txBox="1"/>
          <p:nvPr>
            <p:ph type="title"/>
          </p:nvPr>
        </p:nvSpPr>
        <p:spPr>
          <a:xfrm>
            <a:off x="550863" y="549275"/>
            <a:ext cx="11090275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4295775" y="1750060"/>
            <a:ext cx="7345362" cy="4342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1pPr>
            <a:lvl2pPr indent="-3302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indent="-355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550863" y="1750060"/>
            <a:ext cx="3565525" cy="4342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4" name="Google Shape;94;p14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5"/>
          <p:cNvGrpSpPr/>
          <p:nvPr/>
        </p:nvGrpSpPr>
        <p:grpSpPr>
          <a:xfrm>
            <a:off x="220889" y="4984670"/>
            <a:ext cx="897877" cy="934082"/>
            <a:chOff x="5129684" y="1232940"/>
            <a:chExt cx="897877" cy="934082"/>
          </a:xfrm>
        </p:grpSpPr>
        <p:sp>
          <p:nvSpPr>
            <p:cNvPr id="99" name="Google Shape;99;p15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02" name="Google Shape;102;p15"/>
          <p:cNvSpPr txBox="1"/>
          <p:nvPr>
            <p:ph type="title"/>
          </p:nvPr>
        </p:nvSpPr>
        <p:spPr>
          <a:xfrm>
            <a:off x="550863" y="575409"/>
            <a:ext cx="4500562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5"/>
          <p:cNvSpPr/>
          <p:nvPr>
            <p:ph idx="2" type="pic"/>
          </p:nvPr>
        </p:nvSpPr>
        <p:spPr>
          <a:xfrm>
            <a:off x="5267324" y="575409"/>
            <a:ext cx="6373813" cy="5733316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550863" y="1776195"/>
            <a:ext cx="4500562" cy="453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5" name="Google Shape;105;p15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550862" y="503906"/>
            <a:ext cx="11090275" cy="1333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 rot="5400000">
            <a:off x="4107182" y="-1442457"/>
            <a:ext cx="3978963" cy="110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6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b5f01edd8_2_141"/>
          <p:cNvSpPr txBox="1"/>
          <p:nvPr>
            <p:ph type="ctrTitle"/>
          </p:nvPr>
        </p:nvSpPr>
        <p:spPr>
          <a:xfrm>
            <a:off x="3359149" y="389840"/>
            <a:ext cx="8282100" cy="29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venir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24b5f01edd8_2_141"/>
          <p:cNvSpPr txBox="1"/>
          <p:nvPr>
            <p:ph idx="1" type="subTitle"/>
          </p:nvPr>
        </p:nvSpPr>
        <p:spPr>
          <a:xfrm>
            <a:off x="3359149" y="3536951"/>
            <a:ext cx="8282100" cy="2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rtl="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rtl="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rtl="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29" name="Google Shape;129;g24b5f01edd8_2_141"/>
          <p:cNvSpPr txBox="1"/>
          <p:nvPr>
            <p:ph idx="10" type="dt"/>
          </p:nvPr>
        </p:nvSpPr>
        <p:spPr>
          <a:xfrm>
            <a:off x="550863" y="6507212"/>
            <a:ext cx="262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24b5f01edd8_2_141"/>
          <p:cNvSpPr txBox="1"/>
          <p:nvPr>
            <p:ph idx="11" type="ftr"/>
          </p:nvPr>
        </p:nvSpPr>
        <p:spPr>
          <a:xfrm>
            <a:off x="3359150" y="6507212"/>
            <a:ext cx="637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24b5f01edd8_2_141"/>
          <p:cNvSpPr txBox="1"/>
          <p:nvPr>
            <p:ph idx="12" type="sldNum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32" name="Google Shape;132;g24b5f01edd8_2_141"/>
          <p:cNvSpPr/>
          <p:nvPr/>
        </p:nvSpPr>
        <p:spPr>
          <a:xfrm rot="2700000">
            <a:off x="612109" y="481997"/>
            <a:ext cx="1080601" cy="1263649"/>
          </a:xfrm>
          <a:custGeom>
            <a:rect b="b" l="l" r="r" t="t"/>
            <a:pathLst>
              <a:path extrusionOk="0" h="1262947" w="1080000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0">
                <a:srgbClr val="314657"/>
              </a:gs>
              <a:gs pos="30000">
                <a:srgbClr val="314657"/>
              </a:gs>
              <a:gs pos="40000">
                <a:srgbClr val="48667F"/>
              </a:gs>
              <a:gs pos="60000">
                <a:srgbClr val="314657"/>
              </a:gs>
              <a:gs pos="100000">
                <a:schemeClr val="dk2"/>
              </a:gs>
            </a:gsLst>
            <a:lin ang="599887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3" name="Google Shape;133;g24b5f01edd8_2_141"/>
          <p:cNvSpPr/>
          <p:nvPr/>
        </p:nvSpPr>
        <p:spPr>
          <a:xfrm rot="8100000">
            <a:off x="626707" y="828843"/>
            <a:ext cx="540088" cy="1080176"/>
          </a:xfrm>
          <a:prstGeom prst="ellipse">
            <a:avLst/>
          </a:prstGeom>
          <a:gradFill>
            <a:gsLst>
              <a:gs pos="0">
                <a:srgbClr val="2A3C4A"/>
              </a:gs>
              <a:gs pos="50000">
                <a:srgbClr val="2A3C4A"/>
              </a:gs>
              <a:gs pos="100000">
                <a:srgbClr val="314657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4" name="Google Shape;134;g24b5f01edd8_2_141"/>
          <p:cNvSpPr/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35" name="Google Shape;135;g24b5f01edd8_2_141"/>
          <p:cNvGrpSpPr/>
          <p:nvPr/>
        </p:nvGrpSpPr>
        <p:grpSpPr>
          <a:xfrm>
            <a:off x="1291064" y="4299901"/>
            <a:ext cx="2083792" cy="2083792"/>
            <a:chOff x="4840714" y="3556951"/>
            <a:chExt cx="2083792" cy="2083792"/>
          </a:xfrm>
        </p:grpSpPr>
        <p:sp>
          <p:nvSpPr>
            <p:cNvPr id="136" name="Google Shape;136;g24b5f01edd8_2_141"/>
            <p:cNvSpPr/>
            <p:nvPr/>
          </p:nvSpPr>
          <p:spPr>
            <a:xfrm flipH="1" rot="8100000">
              <a:off x="5006330" y="4192886"/>
              <a:ext cx="1851817" cy="925909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" name="Google Shape;137;g24b5f01edd8_2_141"/>
            <p:cNvSpPr/>
            <p:nvPr/>
          </p:nvSpPr>
          <p:spPr>
            <a:xfrm flipH="1" rot="8100000">
              <a:off x="4956702" y="4051292"/>
              <a:ext cx="1851817" cy="1095110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99BB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" name="Google Shape;138;g24b5f01edd8_2_141"/>
            <p:cNvSpPr/>
            <p:nvPr/>
          </p:nvSpPr>
          <p:spPr>
            <a:xfrm flipH="1" rot="2700000">
              <a:off x="6040495" y="3601733"/>
              <a:ext cx="106915" cy="466690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" name="Google Shape;139;g24b5f01edd8_2_141"/>
            <p:cNvSpPr/>
            <p:nvPr/>
          </p:nvSpPr>
          <p:spPr>
            <a:xfrm flipH="1" rot="2700000">
              <a:off x="5059469" y="4582759"/>
              <a:ext cx="106915" cy="466690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g24b5f01edd8_2_155"/>
          <p:cNvGrpSpPr/>
          <p:nvPr/>
        </p:nvGrpSpPr>
        <p:grpSpPr>
          <a:xfrm>
            <a:off x="361326" y="5319277"/>
            <a:ext cx="1033588" cy="1033588"/>
            <a:chOff x="10238297" y="1433356"/>
            <a:chExt cx="1033588" cy="1033588"/>
          </a:xfrm>
        </p:grpSpPr>
        <p:sp>
          <p:nvSpPr>
            <p:cNvPr id="142" name="Google Shape;142;g24b5f01edd8_2_155"/>
            <p:cNvSpPr/>
            <p:nvPr/>
          </p:nvSpPr>
          <p:spPr>
            <a:xfrm rot="-8100000">
              <a:off x="10266523" y="1740761"/>
              <a:ext cx="930609" cy="465304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3" name="Google Shape;143;g24b5f01edd8_2_155"/>
            <p:cNvSpPr/>
            <p:nvPr/>
          </p:nvSpPr>
          <p:spPr>
            <a:xfrm rot="-2700000">
              <a:off x="11115586" y="1939365"/>
              <a:ext cx="53457" cy="233345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4" name="Google Shape;144;g24b5f01edd8_2_155"/>
            <p:cNvSpPr/>
            <p:nvPr/>
          </p:nvSpPr>
          <p:spPr>
            <a:xfrm rot="-2700000">
              <a:off x="10625073" y="1448852"/>
              <a:ext cx="53457" cy="233345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5" name="Google Shape;145;g24b5f01edd8_2_155"/>
            <p:cNvSpPr/>
            <p:nvPr/>
          </p:nvSpPr>
          <p:spPr>
            <a:xfrm rot="-8100000">
              <a:off x="10289786" y="1684597"/>
              <a:ext cx="930609" cy="531105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99BB5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46" name="Google Shape;146;g24b5f01edd8_2_155"/>
          <p:cNvSpPr txBox="1"/>
          <p:nvPr>
            <p:ph type="title"/>
          </p:nvPr>
        </p:nvSpPr>
        <p:spPr>
          <a:xfrm>
            <a:off x="550862" y="549275"/>
            <a:ext cx="110916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24b5f01edd8_2_155"/>
          <p:cNvSpPr txBox="1"/>
          <p:nvPr>
            <p:ph idx="1" type="body"/>
          </p:nvPr>
        </p:nvSpPr>
        <p:spPr>
          <a:xfrm>
            <a:off x="550863" y="2113199"/>
            <a:ext cx="11090400" cy="39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g24b5f01edd8_2_155"/>
          <p:cNvSpPr txBox="1"/>
          <p:nvPr>
            <p:ph idx="10" type="dt"/>
          </p:nvPr>
        </p:nvSpPr>
        <p:spPr>
          <a:xfrm>
            <a:off x="550863" y="6507212"/>
            <a:ext cx="262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24b5f01edd8_2_155"/>
          <p:cNvSpPr txBox="1"/>
          <p:nvPr>
            <p:ph idx="11" type="ftr"/>
          </p:nvPr>
        </p:nvSpPr>
        <p:spPr>
          <a:xfrm>
            <a:off x="3359150" y="6507212"/>
            <a:ext cx="637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24b5f01edd8_2_155"/>
          <p:cNvSpPr txBox="1"/>
          <p:nvPr>
            <p:ph idx="12" type="sldNum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g24b5f01edd8_2_166"/>
          <p:cNvGrpSpPr/>
          <p:nvPr/>
        </p:nvGrpSpPr>
        <p:grpSpPr>
          <a:xfrm>
            <a:off x="242407" y="748159"/>
            <a:ext cx="897877" cy="934082"/>
            <a:chOff x="5129685" y="1232940"/>
            <a:chExt cx="897877" cy="934082"/>
          </a:xfrm>
        </p:grpSpPr>
        <p:sp>
          <p:nvSpPr>
            <p:cNvPr id="153" name="Google Shape;153;g24b5f01edd8_2_166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4" name="Google Shape;154;g24b5f01edd8_2_166"/>
            <p:cNvSpPr/>
            <p:nvPr/>
          </p:nvSpPr>
          <p:spPr>
            <a:xfrm rot="1800004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980004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5" name="Google Shape;155;g24b5f01edd8_2_166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56" name="Google Shape;156;g24b5f01edd8_2_166"/>
          <p:cNvSpPr txBox="1"/>
          <p:nvPr>
            <p:ph type="title"/>
          </p:nvPr>
        </p:nvSpPr>
        <p:spPr>
          <a:xfrm>
            <a:off x="563563" y="474345"/>
            <a:ext cx="11077500" cy="295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venir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24b5f01edd8_2_166"/>
          <p:cNvSpPr txBox="1"/>
          <p:nvPr>
            <p:ph idx="10" type="dt"/>
          </p:nvPr>
        </p:nvSpPr>
        <p:spPr>
          <a:xfrm>
            <a:off x="550863" y="6507212"/>
            <a:ext cx="262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24b5f01edd8_2_166"/>
          <p:cNvSpPr txBox="1"/>
          <p:nvPr>
            <p:ph idx="11" type="ftr"/>
          </p:nvPr>
        </p:nvSpPr>
        <p:spPr>
          <a:xfrm>
            <a:off x="3359150" y="6507212"/>
            <a:ext cx="637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24b5f01edd8_2_166"/>
          <p:cNvSpPr txBox="1"/>
          <p:nvPr>
            <p:ph idx="12" type="sldNum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0" name="Google Shape;160;g24b5f01edd8_2_166"/>
          <p:cNvSpPr txBox="1"/>
          <p:nvPr>
            <p:ph idx="1" type="body"/>
          </p:nvPr>
        </p:nvSpPr>
        <p:spPr>
          <a:xfrm>
            <a:off x="566271" y="3629772"/>
            <a:ext cx="110748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" name="Google Shape;161;g24b5f01edd8_2_166"/>
          <p:cNvSpPr/>
          <p:nvPr/>
        </p:nvSpPr>
        <p:spPr>
          <a:xfrm rot="-2700000">
            <a:off x="11209299" y="4447890"/>
            <a:ext cx="999756" cy="1263649"/>
          </a:xfrm>
          <a:custGeom>
            <a:rect b="b" l="l" r="r" t="t"/>
            <a:pathLst>
              <a:path extrusionOk="0" h="1262947" w="999200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0">
                <a:srgbClr val="314657"/>
              </a:gs>
              <a:gs pos="30000">
                <a:srgbClr val="314657"/>
              </a:gs>
              <a:gs pos="40000">
                <a:srgbClr val="48667F"/>
              </a:gs>
              <a:gs pos="60000">
                <a:srgbClr val="314657"/>
              </a:gs>
              <a:gs pos="100000">
                <a:schemeClr val="dk2"/>
              </a:gs>
            </a:gsLst>
            <a:lin ang="102001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2" name="Google Shape;162;g24b5f01edd8_2_166"/>
          <p:cNvSpPr/>
          <p:nvPr/>
        </p:nvSpPr>
        <p:spPr>
          <a:xfrm rot="2700000">
            <a:off x="11686701" y="4853543"/>
            <a:ext cx="540300" cy="978828"/>
          </a:xfrm>
          <a:custGeom>
            <a:rect b="b" l="l" r="r" t="t"/>
            <a:pathLst>
              <a:path extrusionOk="0" h="978284" w="540000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rgbClr val="3146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4b5f01edd8_2_178"/>
          <p:cNvSpPr/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65" name="Google Shape;165;g24b5f01edd8_2_178"/>
          <p:cNvGrpSpPr/>
          <p:nvPr/>
        </p:nvGrpSpPr>
        <p:grpSpPr>
          <a:xfrm>
            <a:off x="233401" y="5384019"/>
            <a:ext cx="827163" cy="828238"/>
            <a:chOff x="2895768" y="1234487"/>
            <a:chExt cx="827163" cy="828238"/>
          </a:xfrm>
        </p:grpSpPr>
        <p:sp>
          <p:nvSpPr>
            <p:cNvPr id="166" name="Google Shape;166;g24b5f01edd8_2_178"/>
            <p:cNvSpPr/>
            <p:nvPr/>
          </p:nvSpPr>
          <p:spPr>
            <a:xfrm rot="2700000">
              <a:off x="3040791" y="1332636"/>
              <a:ext cx="538391" cy="629592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8667F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7" name="Google Shape;167;g24b5f01edd8_2_178"/>
            <p:cNvSpPr/>
            <p:nvPr/>
          </p:nvSpPr>
          <p:spPr>
            <a:xfrm rot="8100000">
              <a:off x="3047202" y="1506331"/>
              <a:ext cx="269832" cy="540088"/>
            </a:xfrm>
            <a:prstGeom prst="ellipse">
              <a:avLst/>
            </a:prstGeom>
            <a:gradFill>
              <a:gsLst>
                <a:gs pos="0">
                  <a:srgbClr val="2A3C4A"/>
                </a:gs>
                <a:gs pos="50000">
                  <a:srgbClr val="2A3C4A"/>
                </a:gs>
                <a:gs pos="100000">
                  <a:srgbClr val="314657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68" name="Google Shape;168;g24b5f01edd8_2_178"/>
          <p:cNvSpPr txBox="1"/>
          <p:nvPr>
            <p:ph type="title"/>
          </p:nvPr>
        </p:nvSpPr>
        <p:spPr>
          <a:xfrm>
            <a:off x="550863" y="549275"/>
            <a:ext cx="110904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24b5f01edd8_2_178"/>
          <p:cNvSpPr txBox="1"/>
          <p:nvPr>
            <p:ph idx="1" type="body"/>
          </p:nvPr>
        </p:nvSpPr>
        <p:spPr>
          <a:xfrm>
            <a:off x="550862" y="2097175"/>
            <a:ext cx="5435700" cy="39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g24b5f01edd8_2_178"/>
          <p:cNvSpPr txBox="1"/>
          <p:nvPr>
            <p:ph idx="2" type="body"/>
          </p:nvPr>
        </p:nvSpPr>
        <p:spPr>
          <a:xfrm>
            <a:off x="6205538" y="2097175"/>
            <a:ext cx="5435700" cy="39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g24b5f01edd8_2_178"/>
          <p:cNvSpPr txBox="1"/>
          <p:nvPr>
            <p:ph idx="10" type="dt"/>
          </p:nvPr>
        </p:nvSpPr>
        <p:spPr>
          <a:xfrm>
            <a:off x="550863" y="6507212"/>
            <a:ext cx="262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g24b5f01edd8_2_178"/>
          <p:cNvSpPr txBox="1"/>
          <p:nvPr>
            <p:ph idx="11" type="ftr"/>
          </p:nvPr>
        </p:nvSpPr>
        <p:spPr>
          <a:xfrm>
            <a:off x="3359150" y="6507212"/>
            <a:ext cx="637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g24b5f01edd8_2_178"/>
          <p:cNvSpPr txBox="1"/>
          <p:nvPr>
            <p:ph idx="12" type="sldNum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4b5f01edd8_2_189"/>
          <p:cNvSpPr/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6" name="Google Shape;176;g24b5f01edd8_2_189"/>
          <p:cNvSpPr/>
          <p:nvPr/>
        </p:nvSpPr>
        <p:spPr>
          <a:xfrm>
            <a:off x="11451612" y="5827878"/>
            <a:ext cx="378900" cy="360000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7" name="Google Shape;177;g24b5f01edd8_2_189"/>
          <p:cNvSpPr txBox="1"/>
          <p:nvPr>
            <p:ph type="title"/>
          </p:nvPr>
        </p:nvSpPr>
        <p:spPr>
          <a:xfrm>
            <a:off x="550862" y="549275"/>
            <a:ext cx="110976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g24b5f01edd8_2_189"/>
          <p:cNvSpPr txBox="1"/>
          <p:nvPr>
            <p:ph idx="1" type="body"/>
          </p:nvPr>
        </p:nvSpPr>
        <p:spPr>
          <a:xfrm>
            <a:off x="550864" y="1881275"/>
            <a:ext cx="5437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9" name="Google Shape;179;g24b5f01edd8_2_189"/>
          <p:cNvSpPr txBox="1"/>
          <p:nvPr>
            <p:ph idx="2" type="body"/>
          </p:nvPr>
        </p:nvSpPr>
        <p:spPr>
          <a:xfrm>
            <a:off x="550863" y="2577270"/>
            <a:ext cx="5429100" cy="3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g24b5f01edd8_2_189"/>
          <p:cNvSpPr txBox="1"/>
          <p:nvPr>
            <p:ph idx="3" type="body"/>
          </p:nvPr>
        </p:nvSpPr>
        <p:spPr>
          <a:xfrm>
            <a:off x="6212024" y="1881275"/>
            <a:ext cx="54363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b="0" sz="1400" cap="none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g24b5f01edd8_2_189"/>
          <p:cNvSpPr txBox="1"/>
          <p:nvPr>
            <p:ph idx="4" type="body"/>
          </p:nvPr>
        </p:nvSpPr>
        <p:spPr>
          <a:xfrm>
            <a:off x="6212023" y="2577270"/>
            <a:ext cx="5436300" cy="3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g24b5f01edd8_2_189"/>
          <p:cNvSpPr txBox="1"/>
          <p:nvPr>
            <p:ph idx="10" type="dt"/>
          </p:nvPr>
        </p:nvSpPr>
        <p:spPr>
          <a:xfrm>
            <a:off x="550863" y="6507212"/>
            <a:ext cx="262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24b5f01edd8_2_189"/>
          <p:cNvSpPr txBox="1"/>
          <p:nvPr>
            <p:ph idx="11" type="ftr"/>
          </p:nvPr>
        </p:nvSpPr>
        <p:spPr>
          <a:xfrm>
            <a:off x="3359150" y="6507212"/>
            <a:ext cx="637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g24b5f01edd8_2_189"/>
          <p:cNvSpPr txBox="1"/>
          <p:nvPr>
            <p:ph idx="12" type="sldNum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4b5f01edd8_2_200"/>
          <p:cNvSpPr txBox="1"/>
          <p:nvPr>
            <p:ph type="title"/>
          </p:nvPr>
        </p:nvSpPr>
        <p:spPr>
          <a:xfrm>
            <a:off x="3359149" y="550799"/>
            <a:ext cx="8283300" cy="55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24b5f01edd8_2_200"/>
          <p:cNvSpPr txBox="1"/>
          <p:nvPr>
            <p:ph idx="10" type="dt"/>
          </p:nvPr>
        </p:nvSpPr>
        <p:spPr>
          <a:xfrm>
            <a:off x="550863" y="6507212"/>
            <a:ext cx="262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g24b5f01edd8_2_200"/>
          <p:cNvSpPr txBox="1"/>
          <p:nvPr>
            <p:ph idx="11" type="ftr"/>
          </p:nvPr>
        </p:nvSpPr>
        <p:spPr>
          <a:xfrm>
            <a:off x="3359150" y="6507212"/>
            <a:ext cx="637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g24b5f01edd8_2_200"/>
          <p:cNvSpPr txBox="1"/>
          <p:nvPr>
            <p:ph idx="12" type="sldNum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0" name="Google Shape;190;g24b5f01edd8_2_200"/>
          <p:cNvSpPr/>
          <p:nvPr/>
        </p:nvSpPr>
        <p:spPr>
          <a:xfrm flipH="1" rot="8100000">
            <a:off x="-411379" y="3956841"/>
            <a:ext cx="3538297" cy="1855000"/>
          </a:xfrm>
          <a:custGeom>
            <a:rect b="b" l="l" r="r" t="t"/>
            <a:pathLst>
              <a:path extrusionOk="0" h="1853969" w="3536330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>
            <a:gsLst>
              <a:gs pos="0">
                <a:srgbClr val="314657"/>
              </a:gs>
              <a:gs pos="31000">
                <a:srgbClr val="314657"/>
              </a:gs>
              <a:gs pos="97000">
                <a:schemeClr val="dk2"/>
              </a:gs>
              <a:gs pos="100000">
                <a:schemeClr val="dk2"/>
              </a:gs>
            </a:gsLst>
            <a:lin ang="1499992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1" name="Google Shape;191;g24b5f01edd8_2_200"/>
          <p:cNvSpPr/>
          <p:nvPr/>
        </p:nvSpPr>
        <p:spPr>
          <a:xfrm flipH="1" rot="8100000">
            <a:off x="-481860" y="3647996"/>
            <a:ext cx="3480635" cy="2166047"/>
          </a:xfrm>
          <a:custGeom>
            <a:rect b="b" l="l" r="r" t="t"/>
            <a:pathLst>
              <a:path extrusionOk="0" h="2164843" w="3478701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rgbClr val="799BB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2" name="Google Shape;192;g24b5f01edd8_2_200"/>
          <p:cNvSpPr/>
          <p:nvPr/>
        </p:nvSpPr>
        <p:spPr>
          <a:xfrm flipH="1" rot="2700000">
            <a:off x="1512156" y="2839992"/>
            <a:ext cx="214253" cy="933381"/>
          </a:xfrm>
          <a:prstGeom prst="ellipse">
            <a:avLst/>
          </a:prstGeom>
          <a:solidFill>
            <a:srgbClr val="3146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3" name="Google Shape;193;g24b5f01edd8_2_200"/>
          <p:cNvSpPr/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94" name="Google Shape;194;g24b5f01edd8_2_200"/>
          <p:cNvGrpSpPr/>
          <p:nvPr/>
        </p:nvGrpSpPr>
        <p:grpSpPr>
          <a:xfrm>
            <a:off x="509107" y="1383159"/>
            <a:ext cx="897877" cy="934082"/>
            <a:chOff x="5129685" y="1232940"/>
            <a:chExt cx="897877" cy="934082"/>
          </a:xfrm>
        </p:grpSpPr>
        <p:sp>
          <p:nvSpPr>
            <p:cNvPr id="195" name="Google Shape;195;g24b5f01edd8_2_200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6" name="Google Shape;196;g24b5f01edd8_2_200"/>
            <p:cNvSpPr/>
            <p:nvPr/>
          </p:nvSpPr>
          <p:spPr>
            <a:xfrm rot="1800004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980004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7" name="Google Shape;197;g24b5f01edd8_2_200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4b5f01edd8_2_213"/>
          <p:cNvSpPr txBox="1"/>
          <p:nvPr>
            <p:ph idx="10" type="dt"/>
          </p:nvPr>
        </p:nvSpPr>
        <p:spPr>
          <a:xfrm>
            <a:off x="550863" y="6507212"/>
            <a:ext cx="262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g24b5f01edd8_2_213"/>
          <p:cNvSpPr txBox="1"/>
          <p:nvPr>
            <p:ph idx="11" type="ftr"/>
          </p:nvPr>
        </p:nvSpPr>
        <p:spPr>
          <a:xfrm>
            <a:off x="3359150" y="6507212"/>
            <a:ext cx="637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g24b5f01edd8_2_213"/>
          <p:cNvSpPr txBox="1"/>
          <p:nvPr>
            <p:ph idx="12" type="sldNum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g24b5f01edd8_2_217"/>
          <p:cNvGrpSpPr/>
          <p:nvPr/>
        </p:nvGrpSpPr>
        <p:grpSpPr>
          <a:xfrm>
            <a:off x="4752252" y="4823504"/>
            <a:ext cx="1657635" cy="1657635"/>
            <a:chOff x="2481038" y="2139594"/>
            <a:chExt cx="1657635" cy="1657635"/>
          </a:xfrm>
        </p:grpSpPr>
        <p:sp>
          <p:nvSpPr>
            <p:cNvPr id="204" name="Google Shape;204;g24b5f01edd8_2_217"/>
            <p:cNvSpPr/>
            <p:nvPr/>
          </p:nvSpPr>
          <p:spPr>
            <a:xfrm rot="2700000">
              <a:off x="2769555" y="2336586"/>
              <a:ext cx="1080601" cy="1263649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8667F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5" name="Google Shape;205;g24b5f01edd8_2_217"/>
            <p:cNvSpPr/>
            <p:nvPr/>
          </p:nvSpPr>
          <p:spPr>
            <a:xfrm rot="8100000">
              <a:off x="2784153" y="2683432"/>
              <a:ext cx="540088" cy="1080176"/>
            </a:xfrm>
            <a:prstGeom prst="ellipse">
              <a:avLst/>
            </a:prstGeom>
            <a:gradFill>
              <a:gsLst>
                <a:gs pos="0">
                  <a:srgbClr val="2A3C4A"/>
                </a:gs>
                <a:gs pos="50000">
                  <a:srgbClr val="2A3C4A"/>
                </a:gs>
                <a:gs pos="100000">
                  <a:srgbClr val="314657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06" name="Google Shape;206;g24b5f01edd8_2_217"/>
          <p:cNvSpPr txBox="1"/>
          <p:nvPr>
            <p:ph type="title"/>
          </p:nvPr>
        </p:nvSpPr>
        <p:spPr>
          <a:xfrm>
            <a:off x="550863" y="549275"/>
            <a:ext cx="110904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24b5f01edd8_2_217"/>
          <p:cNvSpPr txBox="1"/>
          <p:nvPr>
            <p:ph idx="1" type="body"/>
          </p:nvPr>
        </p:nvSpPr>
        <p:spPr>
          <a:xfrm>
            <a:off x="4295775" y="1750060"/>
            <a:ext cx="7345500" cy="43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1pPr>
            <a:lvl2pPr indent="-330200" lvl="1" marL="9144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indent="-330200" lvl="2" marL="13716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indent="-330200" lvl="4" marL="22860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indent="-3556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8" name="Google Shape;208;g24b5f01edd8_2_217"/>
          <p:cNvSpPr txBox="1"/>
          <p:nvPr>
            <p:ph idx="2" type="body"/>
          </p:nvPr>
        </p:nvSpPr>
        <p:spPr>
          <a:xfrm>
            <a:off x="550863" y="1750060"/>
            <a:ext cx="3565500" cy="43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9" name="Google Shape;209;g24b5f01edd8_2_217"/>
          <p:cNvSpPr txBox="1"/>
          <p:nvPr>
            <p:ph idx="10" type="dt"/>
          </p:nvPr>
        </p:nvSpPr>
        <p:spPr>
          <a:xfrm>
            <a:off x="550863" y="6507212"/>
            <a:ext cx="262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g24b5f01edd8_2_217"/>
          <p:cNvSpPr txBox="1"/>
          <p:nvPr>
            <p:ph idx="11" type="ftr"/>
          </p:nvPr>
        </p:nvSpPr>
        <p:spPr>
          <a:xfrm>
            <a:off x="3359150" y="6507212"/>
            <a:ext cx="637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g24b5f01edd8_2_217"/>
          <p:cNvSpPr txBox="1"/>
          <p:nvPr>
            <p:ph idx="12" type="sldNum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g24b5f01edd8_2_227"/>
          <p:cNvGrpSpPr/>
          <p:nvPr/>
        </p:nvGrpSpPr>
        <p:grpSpPr>
          <a:xfrm>
            <a:off x="220890" y="4984670"/>
            <a:ext cx="897877" cy="934082"/>
            <a:chOff x="5129685" y="1232940"/>
            <a:chExt cx="897877" cy="934082"/>
          </a:xfrm>
        </p:grpSpPr>
        <p:sp>
          <p:nvSpPr>
            <p:cNvPr id="214" name="Google Shape;214;g24b5f01edd8_2_227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5" name="Google Shape;215;g24b5f01edd8_2_227"/>
            <p:cNvSpPr/>
            <p:nvPr/>
          </p:nvSpPr>
          <p:spPr>
            <a:xfrm rot="1800004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980004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6" name="Google Shape;216;g24b5f01edd8_2_227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17" name="Google Shape;217;g24b5f01edd8_2_227"/>
          <p:cNvSpPr txBox="1"/>
          <p:nvPr>
            <p:ph type="title"/>
          </p:nvPr>
        </p:nvSpPr>
        <p:spPr>
          <a:xfrm>
            <a:off x="550863" y="575409"/>
            <a:ext cx="45006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24b5f01edd8_2_227"/>
          <p:cNvSpPr/>
          <p:nvPr>
            <p:ph idx="2" type="pic"/>
          </p:nvPr>
        </p:nvSpPr>
        <p:spPr>
          <a:xfrm>
            <a:off x="5267324" y="575409"/>
            <a:ext cx="6373800" cy="573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g24b5f01edd8_2_227"/>
          <p:cNvSpPr txBox="1"/>
          <p:nvPr>
            <p:ph idx="1" type="body"/>
          </p:nvPr>
        </p:nvSpPr>
        <p:spPr>
          <a:xfrm>
            <a:off x="550863" y="1776195"/>
            <a:ext cx="4500600" cy="4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0" name="Google Shape;220;g24b5f01edd8_2_227"/>
          <p:cNvSpPr txBox="1"/>
          <p:nvPr>
            <p:ph idx="10" type="dt"/>
          </p:nvPr>
        </p:nvSpPr>
        <p:spPr>
          <a:xfrm>
            <a:off x="550863" y="6507212"/>
            <a:ext cx="262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g24b5f01edd8_2_227"/>
          <p:cNvSpPr txBox="1"/>
          <p:nvPr>
            <p:ph idx="11" type="ftr"/>
          </p:nvPr>
        </p:nvSpPr>
        <p:spPr>
          <a:xfrm>
            <a:off x="3359150" y="6507212"/>
            <a:ext cx="637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g24b5f01edd8_2_227"/>
          <p:cNvSpPr txBox="1"/>
          <p:nvPr>
            <p:ph idx="12" type="sldNum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4b5f01edd8_2_238"/>
          <p:cNvSpPr txBox="1"/>
          <p:nvPr>
            <p:ph type="title"/>
          </p:nvPr>
        </p:nvSpPr>
        <p:spPr>
          <a:xfrm>
            <a:off x="550862" y="503906"/>
            <a:ext cx="110904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g24b5f01edd8_2_238"/>
          <p:cNvSpPr txBox="1"/>
          <p:nvPr>
            <p:ph idx="1" type="body"/>
          </p:nvPr>
        </p:nvSpPr>
        <p:spPr>
          <a:xfrm rot="5400000">
            <a:off x="4107213" y="-1442488"/>
            <a:ext cx="3978900" cy="110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g24b5f01edd8_2_238"/>
          <p:cNvSpPr txBox="1"/>
          <p:nvPr>
            <p:ph idx="10" type="dt"/>
          </p:nvPr>
        </p:nvSpPr>
        <p:spPr>
          <a:xfrm>
            <a:off x="550863" y="6507212"/>
            <a:ext cx="262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g24b5f01edd8_2_238"/>
          <p:cNvSpPr txBox="1"/>
          <p:nvPr>
            <p:ph idx="11" type="ftr"/>
          </p:nvPr>
        </p:nvSpPr>
        <p:spPr>
          <a:xfrm>
            <a:off x="3359150" y="6507212"/>
            <a:ext cx="637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g24b5f01edd8_2_238"/>
          <p:cNvSpPr txBox="1"/>
          <p:nvPr>
            <p:ph idx="12" type="sldNum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4b5f01edd8_2_244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g24b5f01edd8_2_244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g24b5f01edd8_2_244"/>
          <p:cNvSpPr txBox="1"/>
          <p:nvPr>
            <p:ph idx="10" type="dt"/>
          </p:nvPr>
        </p:nvSpPr>
        <p:spPr>
          <a:xfrm>
            <a:off x="550863" y="6507212"/>
            <a:ext cx="262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g24b5f01edd8_2_244"/>
          <p:cNvSpPr txBox="1"/>
          <p:nvPr>
            <p:ph idx="11" type="ftr"/>
          </p:nvPr>
        </p:nvSpPr>
        <p:spPr>
          <a:xfrm>
            <a:off x="3359150" y="6507212"/>
            <a:ext cx="637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g24b5f01edd8_2_244"/>
          <p:cNvSpPr txBox="1"/>
          <p:nvPr>
            <p:ph idx="12" type="sldNum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 b="0" i="0" sz="4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4b5f01edd8_2_135"/>
          <p:cNvSpPr txBox="1"/>
          <p:nvPr>
            <p:ph type="title"/>
          </p:nvPr>
        </p:nvSpPr>
        <p:spPr>
          <a:xfrm>
            <a:off x="550863" y="550800"/>
            <a:ext cx="110904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 b="0" i="0" sz="4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2" name="Google Shape;122;g24b5f01edd8_2_135"/>
          <p:cNvSpPr txBox="1"/>
          <p:nvPr>
            <p:ph idx="1" type="body"/>
          </p:nvPr>
        </p:nvSpPr>
        <p:spPr>
          <a:xfrm>
            <a:off x="550863" y="2113862"/>
            <a:ext cx="11091600" cy="3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3" name="Google Shape;123;g24b5f01edd8_2_135"/>
          <p:cNvSpPr txBox="1"/>
          <p:nvPr>
            <p:ph idx="10" type="dt"/>
          </p:nvPr>
        </p:nvSpPr>
        <p:spPr>
          <a:xfrm>
            <a:off x="550863" y="6507212"/>
            <a:ext cx="262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4" name="Google Shape;124;g24b5f01edd8_2_135"/>
          <p:cNvSpPr txBox="1"/>
          <p:nvPr>
            <p:ph idx="11" type="ftr"/>
          </p:nvPr>
        </p:nvSpPr>
        <p:spPr>
          <a:xfrm>
            <a:off x="3359150" y="6507212"/>
            <a:ext cx="637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5" name="Google Shape;125;g24b5f01edd8_2_135"/>
          <p:cNvSpPr txBox="1"/>
          <p:nvPr>
            <p:ph idx="12" type="sldNum"/>
          </p:nvPr>
        </p:nvSpPr>
        <p:spPr>
          <a:xfrm>
            <a:off x="9948863" y="6507212"/>
            <a:ext cx="1692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40" name="Google Shape;240;p1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241" name="Google Shape;241;p1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descr="Arte tridimensionale con onde" id="243" name="Google Shape;243;p1"/>
          <p:cNvPicPr preferRelativeResize="0"/>
          <p:nvPr/>
        </p:nvPicPr>
        <p:blipFill rotWithShape="1">
          <a:blip r:embed="rId3">
            <a:alphaModFix/>
          </a:blip>
          <a:srcRect b="2" l="13637" r="2191" t="0"/>
          <a:stretch/>
        </p:blipFill>
        <p:spPr>
          <a:xfrm>
            <a:off x="0" y="10"/>
            <a:ext cx="12192001" cy="6857990"/>
          </a:xfrm>
          <a:custGeom>
            <a:rect b="b" l="l" r="r" t="t"/>
            <a:pathLst>
              <a:path extrusionOk="0" h="6858000" w="7448551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44" name="Google Shape;244;p1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5" name="Google Shape;245;p1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6" name="Google Shape;246;p1"/>
          <p:cNvSpPr/>
          <p:nvPr/>
        </p:nvSpPr>
        <p:spPr>
          <a:xfrm rot="-752996">
            <a:off x="-400285" y="445623"/>
            <a:ext cx="12192000" cy="2029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اِلْمِهَن / اِلْوَظَائِف 1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48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Les métiers / Les professions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52" name="Google Shape;252;p2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253" name="Google Shape;253;p2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4" name="Google Shape;254;p2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55" name="Google Shape;255;p2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6" name="Google Shape;256;p2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7" name="Google Shape;257;p2"/>
          <p:cNvSpPr/>
          <p:nvPr/>
        </p:nvSpPr>
        <p:spPr>
          <a:xfrm>
            <a:off x="-1" y="0"/>
            <a:ext cx="7146235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docteur/médecin</a:t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tailleur</a:t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enseignant</a:t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mécanicien</a:t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avocat</a:t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"/>
          <p:cNvSpPr/>
          <p:nvPr/>
        </p:nvSpPr>
        <p:spPr>
          <a:xfrm>
            <a:off x="6341165" y="0"/>
            <a:ext cx="5850835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دُكْتُور/duktur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خَيَّاط/khayaat</a:t>
            </a:r>
            <a:endParaRPr b="1" i="0" sz="4400" u="none" cap="none" strike="noStrike">
              <a:solidFill>
                <a:srgbClr val="235A50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مُدَرِّس/mudarris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مِيكَانِيكِي/mikaniki</a:t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مُحَامِي/muhami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64" name="Google Shape;264;p3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265" name="Google Shape;265;p3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6" name="Google Shape;266;p3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67" name="Google Shape;267;p3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68" name="Google Shape;268;p3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69" name="Google Shape;269;p3"/>
          <p:cNvSpPr/>
          <p:nvPr/>
        </p:nvSpPr>
        <p:spPr>
          <a:xfrm>
            <a:off x="0" y="1174592"/>
            <a:ext cx="12192000" cy="5683408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984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Insérez le nom de profession qui convient :</a:t>
            </a:r>
            <a:endParaRPr b="1" i="0" sz="4800" u="none" cap="none" strike="noStrike">
              <a:solidFill>
                <a:srgbClr val="984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بِيْعَالِجِ النَّاس وِبِيَّاخُد بَالُو مِن صِحِّتْهُم:.............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بِيْحَضَّر الْهُدُوم حَسَب طَلَب الزَّبَائِن:.................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بِيْصَلَّحِ السَّيَّارَات/اِلْعَرَبِيَّات:.................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بِيْدَافِع عَن حُقُوق مُوَكِّلِيه:................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 بِيْدَرِّس الْمُرَاهِقِين وِالْكِبَار فِالْمَدَارِس وِالْمُؤَسَّسَات:................</a:t>
            </a:r>
            <a:endParaRPr/>
          </a:p>
        </p:txBody>
      </p:sp>
      <p:sp>
        <p:nvSpPr>
          <p:cNvPr id="270" name="Google Shape;270;p3"/>
          <p:cNvSpPr/>
          <p:nvPr/>
        </p:nvSpPr>
        <p:spPr>
          <a:xfrm>
            <a:off x="0" y="0"/>
            <a:ext cx="12192000" cy="117459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B6C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984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8460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تَمْرِين     Exercice 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76" name="Google Shape;276;p4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277" name="Google Shape;277;p4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8" name="Google Shape;278;p4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79" name="Google Shape;279;p4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0" y="1174592"/>
            <a:ext cx="12192000" cy="5683408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984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Insérez le nom de profession qui convient :</a:t>
            </a:r>
            <a:endParaRPr b="1" i="0" sz="4800" u="none" cap="none" strike="noStrike">
              <a:solidFill>
                <a:srgbClr val="984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بِيْعَالِجِ النَّاس وِبِيَّاخُد بَالُو مِن صِحِّتْهُم:.............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6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Il soigne les gens et prend soin de leur santé.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بِيْحَضَّر الْهُدُوم حَسَب طَلَب الزَّبَائِن:.................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Il prépare les vetements selon ce que les clients lui demandent.</a:t>
            </a:r>
            <a:endParaRPr/>
          </a:p>
        </p:txBody>
      </p:sp>
      <p:sp>
        <p:nvSpPr>
          <p:cNvPr id="282" name="Google Shape;282;p4"/>
          <p:cNvSpPr/>
          <p:nvPr/>
        </p:nvSpPr>
        <p:spPr>
          <a:xfrm>
            <a:off x="0" y="0"/>
            <a:ext cx="12192000" cy="117459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B6C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984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8460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تَمْرِين     Exercice 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88" name="Google Shape;288;p5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289" name="Google Shape;289;p5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0" name="Google Shape;290;p5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91" name="Google Shape;291;p5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بِيْصَلَّحِ السَّيَّارَات/اِلْعَرَبِيَّات:.................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Il répare les voitures.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بِيْدَافِع عَن حُقُوق مُوَكِّلِيه:................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Il défend ses clients.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 بِيْدَرِّس الْمُرَاهِقِين وِالْكِبَار فِالْمَدَارِس وِالْمُؤَسَّسَات:................</a:t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Il enseigne les adolescents et les adultes, dans les écoles et les instituts. </a:t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4b5f01edd8_2_1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99" name="Google Shape;299;g24b5f01edd8_2_125"/>
          <p:cNvGrpSpPr/>
          <p:nvPr/>
        </p:nvGrpSpPr>
        <p:grpSpPr>
          <a:xfrm>
            <a:off x="325591" y="346291"/>
            <a:ext cx="828239" cy="827162"/>
            <a:chOff x="10462655" y="1408306"/>
            <a:chExt cx="828239" cy="827162"/>
          </a:xfrm>
        </p:grpSpPr>
        <p:sp>
          <p:nvSpPr>
            <p:cNvPr id="300" name="Google Shape;300;g24b5f01edd8_2_125"/>
            <p:cNvSpPr/>
            <p:nvPr/>
          </p:nvSpPr>
          <p:spPr>
            <a:xfrm rot="8100000">
              <a:off x="10608754" y="1507728"/>
              <a:ext cx="538391" cy="629592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599887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1" name="Google Shape;301;g24b5f01edd8_2_125"/>
            <p:cNvSpPr/>
            <p:nvPr/>
          </p:nvSpPr>
          <p:spPr>
            <a:xfrm rot="-8100000">
              <a:off x="10614089" y="1424612"/>
              <a:ext cx="269832" cy="540088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302" name="Google Shape;302;g24b5f01edd8_2_125"/>
          <p:cNvSpPr/>
          <p:nvPr/>
        </p:nvSpPr>
        <p:spPr>
          <a:xfrm>
            <a:off x="0" y="5773729"/>
            <a:ext cx="12192000" cy="1084200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03" name="Google Shape;303;g24b5f01edd8_2_125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04" name="Google Shape;304;g24b5f01edd8_2_1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تَمْرِين- -copied from other slides duplicated - </a:t>
            </a:r>
            <a:endParaRPr b="1" i="0" sz="4800" u="none" cap="none" strike="noStrike">
              <a:solidFill>
                <a:srgbClr val="235A5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Exercice     </a:t>
            </a:r>
            <a:endParaRPr b="1" i="0" sz="4800" u="none" cap="none" strike="noStrike">
              <a:solidFill>
                <a:srgbClr val="235A5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Insérez le nom de profession qui convient :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بِيْعَالِجِ النَّاس وِبِيَّاخُد بَالُو مِن صِحِّتْهُم:.............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soigne les gens et (prendre balu == reste attentif == prendre soin) min = de sante 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بِيْحَضَّر الْهُدُوم حَسَب طَلَب </a:t>
            </a: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الزَّبَائِن</a:t>
            </a: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:.................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 les vetements selon la demande les cients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بِيْصَلَّحِ السَّيَّارَات:.................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repare la voiture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بِيْدَافِع عَن حُقُوق مُوَكِّلِيه:................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defend (en droit) les droits de ses clients 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بِيْدَرِّس</a:t>
            </a:r>
            <a:r>
              <a:rPr b="1" i="0" lang="it-IT" sz="44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الْمُرَاهِقِين وِالْكِبَار فِالْمَدَارِس وِالْمُؤَسَّسَات</a:t>
            </a: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:................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enseigne les adolescents et les adults dans les ecoles et les instituts</a:t>
            </a:r>
            <a:b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consonne = fait quelque chose pour lautre (enseigner vs apprendre daras = apprendre ; darras = enseigner)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مُؤَسَّسَة / مَعْهَد = institut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DFloat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3E2"/>
      </a:lt2>
      <a:accent1>
        <a:srgbClr val="3B94B1"/>
      </a:accent1>
      <a:accent2>
        <a:srgbClr val="46B4A1"/>
      </a:accent2>
      <a:accent3>
        <a:srgbClr val="4D74C3"/>
      </a:accent3>
      <a:accent4>
        <a:srgbClr val="B13B58"/>
      </a:accent4>
      <a:accent5>
        <a:srgbClr val="C3604D"/>
      </a:accent5>
      <a:accent6>
        <a:srgbClr val="B1803B"/>
      </a:accent6>
      <a:hlink>
        <a:srgbClr val="BF5F3F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DFloat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3E2"/>
      </a:lt2>
      <a:accent1>
        <a:srgbClr val="3B94B1"/>
      </a:accent1>
      <a:accent2>
        <a:srgbClr val="46B4A1"/>
      </a:accent2>
      <a:accent3>
        <a:srgbClr val="4D74C3"/>
      </a:accent3>
      <a:accent4>
        <a:srgbClr val="B13B58"/>
      </a:accent4>
      <a:accent5>
        <a:srgbClr val="C3604D"/>
      </a:accent5>
      <a:accent6>
        <a:srgbClr val="B1803B"/>
      </a:accent6>
      <a:hlink>
        <a:srgbClr val="BF5F3F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2023-04-14T12:41:26Z</dcterms:created>
  <dc:creator>Leila Alami</dc:creator>
</cp:coreProperties>
</file>