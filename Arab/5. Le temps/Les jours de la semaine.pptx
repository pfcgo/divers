
<file path=[Content_Types].xml><?xml version="1.0" encoding="utf-8"?>
<Types xmlns="http://schemas.openxmlformats.org/package/2006/content-types">
  <Default ContentType="image/jpeg" Extension="jpg"/>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iWCxWZPIO/kVF+SPE3yVkaQHbn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13"/>
          <p:cNvSpPr txBox="1"/>
          <p:nvPr>
            <p:ph type="ctrTitle"/>
          </p:nvPr>
        </p:nvSpPr>
        <p:spPr>
          <a:xfrm>
            <a:off x="612648" y="557783"/>
            <a:ext cx="10969752" cy="313080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13"/>
          <p:cNvSpPr txBox="1"/>
          <p:nvPr>
            <p:ph idx="1" type="subTitle"/>
          </p:nvPr>
        </p:nvSpPr>
        <p:spPr>
          <a:xfrm>
            <a:off x="612648" y="3902206"/>
            <a:ext cx="10969752" cy="2240529"/>
          </a:xfrm>
          <a:prstGeom prst="rect">
            <a:avLst/>
          </a:prstGeom>
          <a:noFill/>
          <a:ln>
            <a:noFill/>
          </a:ln>
        </p:spPr>
        <p:txBody>
          <a:bodyPr anchorCtr="0" anchor="t" bIns="45700" lIns="91425" spcFirstLastPara="1" rIns="91425" wrap="square" tIns="45700">
            <a:normAutofit/>
          </a:bodyPr>
          <a:lstStyle>
            <a:lvl1pPr lvl="0" algn="l">
              <a:lnSpc>
                <a:spcPct val="110000"/>
              </a:lnSpc>
              <a:spcBef>
                <a:spcPts val="1000"/>
              </a:spcBef>
              <a:spcAft>
                <a:spcPts val="0"/>
              </a:spcAft>
              <a:buSzPts val="2000"/>
              <a:buNone/>
              <a:defRPr sz="2000"/>
            </a:lvl1pPr>
            <a:lvl2pPr lvl="1" algn="ctr">
              <a:lnSpc>
                <a:spcPct val="110000"/>
              </a:lnSpc>
              <a:spcBef>
                <a:spcPts val="500"/>
              </a:spcBef>
              <a:spcAft>
                <a:spcPts val="0"/>
              </a:spcAft>
              <a:buSzPts val="2000"/>
              <a:buNone/>
              <a:defRPr sz="2000"/>
            </a:lvl2pPr>
            <a:lvl3pPr lvl="2" algn="ctr">
              <a:lnSpc>
                <a:spcPct val="110000"/>
              </a:lnSpc>
              <a:spcBef>
                <a:spcPts val="500"/>
              </a:spcBef>
              <a:spcAft>
                <a:spcPts val="0"/>
              </a:spcAft>
              <a:buSzPts val="1800"/>
              <a:buNone/>
              <a:defRPr sz="1800"/>
            </a:lvl3pPr>
            <a:lvl4pPr lvl="3" algn="ctr">
              <a:lnSpc>
                <a:spcPct val="110000"/>
              </a:lnSpc>
              <a:spcBef>
                <a:spcPts val="500"/>
              </a:spcBef>
              <a:spcAft>
                <a:spcPts val="0"/>
              </a:spcAft>
              <a:buSzPts val="1600"/>
              <a:buNone/>
              <a:defRPr sz="1600"/>
            </a:lvl4pPr>
            <a:lvl5pPr lvl="4" algn="ctr">
              <a:lnSpc>
                <a:spcPct val="110000"/>
              </a:lnSpc>
              <a:spcBef>
                <a:spcPts val="500"/>
              </a:spcBef>
              <a:spcAft>
                <a:spcPts val="0"/>
              </a:spcAft>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6" name="Google Shape;16;p13"/>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3"/>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 name="Shape 27"/>
        <p:cNvGrpSpPr/>
        <p:nvPr/>
      </p:nvGrpSpPr>
      <p:grpSpPr>
        <a:xfrm>
          <a:off x="0" y="0"/>
          <a:ext cx="0" cy="0"/>
          <a:chOff x="0" y="0"/>
          <a:chExt cx="0" cy="0"/>
        </a:xfrm>
      </p:grpSpPr>
      <p:sp>
        <p:nvSpPr>
          <p:cNvPr id="28" name="Google Shape;28;p12"/>
          <p:cNvSpPr txBox="1"/>
          <p:nvPr>
            <p:ph type="ctrTitle"/>
          </p:nvPr>
        </p:nvSpPr>
        <p:spPr>
          <a:xfrm>
            <a:off x="612648" y="557783"/>
            <a:ext cx="10969752" cy="313080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2"/>
          <p:cNvSpPr txBox="1"/>
          <p:nvPr>
            <p:ph idx="1" type="subTitle"/>
          </p:nvPr>
        </p:nvSpPr>
        <p:spPr>
          <a:xfrm>
            <a:off x="612648" y="3902206"/>
            <a:ext cx="10969752" cy="2240529"/>
          </a:xfrm>
          <a:prstGeom prst="rect">
            <a:avLst/>
          </a:prstGeom>
          <a:noFill/>
          <a:ln>
            <a:noFill/>
          </a:ln>
        </p:spPr>
        <p:txBody>
          <a:bodyPr anchorCtr="0" anchor="t" bIns="45700" lIns="91425" spcFirstLastPara="1" rIns="91425" wrap="square" tIns="45700">
            <a:normAutofit/>
          </a:bodyPr>
          <a:lstStyle>
            <a:lvl1pPr lvl="0" algn="l">
              <a:lnSpc>
                <a:spcPct val="110000"/>
              </a:lnSpc>
              <a:spcBef>
                <a:spcPts val="1000"/>
              </a:spcBef>
              <a:spcAft>
                <a:spcPts val="0"/>
              </a:spcAft>
              <a:buSzPts val="2000"/>
              <a:buNone/>
              <a:defRPr sz="2000"/>
            </a:lvl1pPr>
            <a:lvl2pPr lvl="1" algn="ctr">
              <a:lnSpc>
                <a:spcPct val="110000"/>
              </a:lnSpc>
              <a:spcBef>
                <a:spcPts val="500"/>
              </a:spcBef>
              <a:spcAft>
                <a:spcPts val="0"/>
              </a:spcAft>
              <a:buSzPts val="2000"/>
              <a:buNone/>
              <a:defRPr sz="2000"/>
            </a:lvl2pPr>
            <a:lvl3pPr lvl="2" algn="ctr">
              <a:lnSpc>
                <a:spcPct val="110000"/>
              </a:lnSpc>
              <a:spcBef>
                <a:spcPts val="500"/>
              </a:spcBef>
              <a:spcAft>
                <a:spcPts val="0"/>
              </a:spcAft>
              <a:buSzPts val="1800"/>
              <a:buNone/>
              <a:defRPr sz="1800"/>
            </a:lvl3pPr>
            <a:lvl4pPr lvl="3" algn="ctr">
              <a:lnSpc>
                <a:spcPct val="110000"/>
              </a:lnSpc>
              <a:spcBef>
                <a:spcPts val="500"/>
              </a:spcBef>
              <a:spcAft>
                <a:spcPts val="0"/>
              </a:spcAft>
              <a:buSzPts val="1600"/>
              <a:buNone/>
              <a:defRPr sz="1600"/>
            </a:lvl4pPr>
            <a:lvl5pPr lvl="4" algn="ctr">
              <a:lnSpc>
                <a:spcPct val="11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0" name="Google Shape;30;p12"/>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2"/>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p14"/>
          <p:cNvSpPr txBox="1"/>
          <p:nvPr>
            <p:ph type="title"/>
          </p:nvPr>
        </p:nvSpPr>
        <p:spPr>
          <a:xfrm>
            <a:off x="609600" y="557784"/>
            <a:ext cx="10972800" cy="132556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4"/>
          <p:cNvSpPr txBox="1"/>
          <p:nvPr>
            <p:ph idx="1" type="body"/>
          </p:nvPr>
        </p:nvSpPr>
        <p:spPr>
          <a:xfrm>
            <a:off x="609600" y="2106204"/>
            <a:ext cx="10972800" cy="403653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800"/>
              <a:buNone/>
              <a:defRPr/>
            </a:lvl1pPr>
            <a:lvl2pPr indent="-228600" lvl="1" marL="914400" algn="l">
              <a:lnSpc>
                <a:spcPct val="110000"/>
              </a:lnSpc>
              <a:spcBef>
                <a:spcPts val="500"/>
              </a:spcBef>
              <a:spcAft>
                <a:spcPts val="0"/>
              </a:spcAft>
              <a:buSzPts val="1800"/>
              <a:buNone/>
              <a:defRPr/>
            </a:lvl2pPr>
            <a:lvl3pPr indent="-228600" lvl="2" marL="1371600" algn="l">
              <a:lnSpc>
                <a:spcPct val="110000"/>
              </a:lnSpc>
              <a:spcBef>
                <a:spcPts val="500"/>
              </a:spcBef>
              <a:spcAft>
                <a:spcPts val="0"/>
              </a:spcAft>
              <a:buSzPts val="1800"/>
              <a:buNone/>
              <a:defRPr/>
            </a:lvl3pPr>
            <a:lvl4pPr indent="-228600" lvl="3" marL="1828800" algn="l">
              <a:lnSpc>
                <a:spcPct val="110000"/>
              </a:lnSpc>
              <a:spcBef>
                <a:spcPts val="500"/>
              </a:spcBef>
              <a:spcAft>
                <a:spcPts val="0"/>
              </a:spcAft>
              <a:buSzPts val="1800"/>
              <a:buNone/>
              <a:defRPr/>
            </a:lvl4pPr>
            <a:lvl5pPr indent="-228600" lvl="4" marL="2286000" algn="l">
              <a:lnSpc>
                <a:spcPct val="110000"/>
              </a:lnSpc>
              <a:spcBef>
                <a:spcPts val="500"/>
              </a:spcBef>
              <a:spcAft>
                <a:spcPts val="0"/>
              </a:spcAft>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4"/>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4"/>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9" name="Shape 39"/>
        <p:cNvGrpSpPr/>
        <p:nvPr/>
      </p:nvGrpSpPr>
      <p:grpSpPr>
        <a:xfrm>
          <a:off x="0" y="0"/>
          <a:ext cx="0" cy="0"/>
          <a:chOff x="0" y="0"/>
          <a:chExt cx="0" cy="0"/>
        </a:xfrm>
      </p:grpSpPr>
      <p:sp>
        <p:nvSpPr>
          <p:cNvPr id="40" name="Google Shape;40;p15"/>
          <p:cNvSpPr txBox="1"/>
          <p:nvPr>
            <p:ph type="title"/>
          </p:nvPr>
        </p:nvSpPr>
        <p:spPr>
          <a:xfrm>
            <a:off x="612648" y="557784"/>
            <a:ext cx="10969752" cy="3146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5"/>
          <p:cNvSpPr txBox="1"/>
          <p:nvPr>
            <p:ph idx="1" type="body"/>
          </p:nvPr>
        </p:nvSpPr>
        <p:spPr>
          <a:xfrm>
            <a:off x="612648" y="3902207"/>
            <a:ext cx="10969752" cy="2187443"/>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2000"/>
              <a:buNone/>
              <a:defRPr sz="2000">
                <a:solidFill>
                  <a:schemeClr val="dk1"/>
                </a:solidFill>
              </a:defRPr>
            </a:lvl1pPr>
            <a:lvl2pPr indent="-228600" lvl="1" marL="914400" algn="l">
              <a:lnSpc>
                <a:spcPct val="110000"/>
              </a:lnSpc>
              <a:spcBef>
                <a:spcPts val="500"/>
              </a:spcBef>
              <a:spcAft>
                <a:spcPts val="0"/>
              </a:spcAft>
              <a:buSzPts val="2000"/>
              <a:buNone/>
              <a:defRPr sz="2000">
                <a:solidFill>
                  <a:srgbClr val="888888"/>
                </a:solidFill>
              </a:defRPr>
            </a:lvl2pPr>
            <a:lvl3pPr indent="-228600" lvl="2" marL="1371600" algn="l">
              <a:lnSpc>
                <a:spcPct val="110000"/>
              </a:lnSpc>
              <a:spcBef>
                <a:spcPts val="500"/>
              </a:spcBef>
              <a:spcAft>
                <a:spcPts val="0"/>
              </a:spcAft>
              <a:buSzPts val="1800"/>
              <a:buNone/>
              <a:defRPr sz="1800">
                <a:solidFill>
                  <a:srgbClr val="888888"/>
                </a:solidFill>
              </a:defRPr>
            </a:lvl3pPr>
            <a:lvl4pPr indent="-228600" lvl="3" marL="1828800" algn="l">
              <a:lnSpc>
                <a:spcPct val="110000"/>
              </a:lnSpc>
              <a:spcBef>
                <a:spcPts val="500"/>
              </a:spcBef>
              <a:spcAft>
                <a:spcPts val="0"/>
              </a:spcAft>
              <a:buSzPts val="1600"/>
              <a:buNone/>
              <a:defRPr sz="1600">
                <a:solidFill>
                  <a:srgbClr val="888888"/>
                </a:solidFill>
              </a:defRPr>
            </a:lvl4pPr>
            <a:lvl5pPr indent="-228600" lvl="4" marL="2286000" algn="l">
              <a:lnSpc>
                <a:spcPct val="11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2" name="Google Shape;42;p15"/>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5"/>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16"/>
          <p:cNvSpPr txBox="1"/>
          <p:nvPr>
            <p:ph type="title"/>
          </p:nvPr>
        </p:nvSpPr>
        <p:spPr>
          <a:xfrm>
            <a:off x="609600" y="557784"/>
            <a:ext cx="10972800" cy="132556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6"/>
          <p:cNvSpPr txBox="1"/>
          <p:nvPr>
            <p:ph idx="1" type="body"/>
          </p:nvPr>
        </p:nvSpPr>
        <p:spPr>
          <a:xfrm>
            <a:off x="609600" y="2081369"/>
            <a:ext cx="5410200" cy="4095593"/>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800"/>
              <a:buNone/>
              <a:defRPr/>
            </a:lvl1pPr>
            <a:lvl2pPr indent="-228600" lvl="1" marL="914400" algn="l">
              <a:lnSpc>
                <a:spcPct val="110000"/>
              </a:lnSpc>
              <a:spcBef>
                <a:spcPts val="500"/>
              </a:spcBef>
              <a:spcAft>
                <a:spcPts val="0"/>
              </a:spcAft>
              <a:buSzPts val="1800"/>
              <a:buNone/>
              <a:defRPr/>
            </a:lvl2pPr>
            <a:lvl3pPr indent="-228600" lvl="2" marL="1371600" algn="l">
              <a:lnSpc>
                <a:spcPct val="110000"/>
              </a:lnSpc>
              <a:spcBef>
                <a:spcPts val="500"/>
              </a:spcBef>
              <a:spcAft>
                <a:spcPts val="0"/>
              </a:spcAft>
              <a:buSzPts val="1800"/>
              <a:buNone/>
              <a:defRPr/>
            </a:lvl3pPr>
            <a:lvl4pPr indent="-228600" lvl="3" marL="1828800" algn="l">
              <a:lnSpc>
                <a:spcPct val="110000"/>
              </a:lnSpc>
              <a:spcBef>
                <a:spcPts val="500"/>
              </a:spcBef>
              <a:spcAft>
                <a:spcPts val="0"/>
              </a:spcAft>
              <a:buSzPts val="1800"/>
              <a:buNone/>
              <a:defRPr/>
            </a:lvl4pPr>
            <a:lvl5pPr indent="-228600" lvl="4" marL="2286000" algn="l">
              <a:lnSpc>
                <a:spcPct val="110000"/>
              </a:lnSpc>
              <a:spcBef>
                <a:spcPts val="500"/>
              </a:spcBef>
              <a:spcAft>
                <a:spcPts val="0"/>
              </a:spcAft>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6"/>
          <p:cNvSpPr txBox="1"/>
          <p:nvPr>
            <p:ph idx="2" type="body"/>
          </p:nvPr>
        </p:nvSpPr>
        <p:spPr>
          <a:xfrm>
            <a:off x="6172202" y="2081369"/>
            <a:ext cx="5410200" cy="4095593"/>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800"/>
              <a:buNone/>
              <a:defRPr/>
            </a:lvl1pPr>
            <a:lvl2pPr indent="-228600" lvl="1" marL="914400" algn="l">
              <a:lnSpc>
                <a:spcPct val="110000"/>
              </a:lnSpc>
              <a:spcBef>
                <a:spcPts val="500"/>
              </a:spcBef>
              <a:spcAft>
                <a:spcPts val="0"/>
              </a:spcAft>
              <a:buSzPts val="1800"/>
              <a:buNone/>
              <a:defRPr/>
            </a:lvl2pPr>
            <a:lvl3pPr indent="-228600" lvl="2" marL="1371600" algn="l">
              <a:lnSpc>
                <a:spcPct val="110000"/>
              </a:lnSpc>
              <a:spcBef>
                <a:spcPts val="500"/>
              </a:spcBef>
              <a:spcAft>
                <a:spcPts val="0"/>
              </a:spcAft>
              <a:buSzPts val="1800"/>
              <a:buNone/>
              <a:defRPr/>
            </a:lvl3pPr>
            <a:lvl4pPr indent="-228600" lvl="3" marL="1828800" algn="l">
              <a:lnSpc>
                <a:spcPct val="110000"/>
              </a:lnSpc>
              <a:spcBef>
                <a:spcPts val="500"/>
              </a:spcBef>
              <a:spcAft>
                <a:spcPts val="0"/>
              </a:spcAft>
              <a:buSzPts val="1800"/>
              <a:buNone/>
              <a:defRPr/>
            </a:lvl4pPr>
            <a:lvl5pPr indent="-228600" lvl="4" marL="2286000" algn="l">
              <a:lnSpc>
                <a:spcPct val="110000"/>
              </a:lnSpc>
              <a:spcBef>
                <a:spcPts val="500"/>
              </a:spcBef>
              <a:spcAft>
                <a:spcPts val="0"/>
              </a:spcAft>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6"/>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6"/>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17"/>
          <p:cNvSpPr txBox="1"/>
          <p:nvPr>
            <p:ph type="title"/>
          </p:nvPr>
        </p:nvSpPr>
        <p:spPr>
          <a:xfrm>
            <a:off x="609600" y="365125"/>
            <a:ext cx="10745788" cy="132556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7"/>
          <p:cNvSpPr txBox="1"/>
          <p:nvPr>
            <p:ph idx="1" type="body"/>
          </p:nvPr>
        </p:nvSpPr>
        <p:spPr>
          <a:xfrm>
            <a:off x="609600" y="1895096"/>
            <a:ext cx="5387975"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SzPts val="2400"/>
              <a:buNone/>
              <a:defRPr b="0" i="0" sz="2400"/>
            </a:lvl1pPr>
            <a:lvl2pPr indent="-228600" lvl="1" marL="914400" algn="l">
              <a:lnSpc>
                <a:spcPct val="110000"/>
              </a:lnSpc>
              <a:spcBef>
                <a:spcPts val="500"/>
              </a:spcBef>
              <a:spcAft>
                <a:spcPts val="0"/>
              </a:spcAft>
              <a:buSzPts val="2000"/>
              <a:buNone/>
              <a:defRPr b="1" sz="2000"/>
            </a:lvl2pPr>
            <a:lvl3pPr indent="-228600" lvl="2" marL="1371600" algn="l">
              <a:lnSpc>
                <a:spcPct val="110000"/>
              </a:lnSpc>
              <a:spcBef>
                <a:spcPts val="500"/>
              </a:spcBef>
              <a:spcAft>
                <a:spcPts val="0"/>
              </a:spcAft>
              <a:buSzPts val="1800"/>
              <a:buNone/>
              <a:defRPr b="1" sz="1800"/>
            </a:lvl3pPr>
            <a:lvl4pPr indent="-228600" lvl="3" marL="1828800" algn="l">
              <a:lnSpc>
                <a:spcPct val="110000"/>
              </a:lnSpc>
              <a:spcBef>
                <a:spcPts val="500"/>
              </a:spcBef>
              <a:spcAft>
                <a:spcPts val="0"/>
              </a:spcAft>
              <a:buSzPts val="1600"/>
              <a:buNone/>
              <a:defRPr b="1" sz="1600"/>
            </a:lvl4pPr>
            <a:lvl5pPr indent="-228600" lvl="4" marL="2286000" algn="l">
              <a:lnSpc>
                <a:spcPct val="11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17"/>
          <p:cNvSpPr txBox="1"/>
          <p:nvPr>
            <p:ph idx="2" type="body"/>
          </p:nvPr>
        </p:nvSpPr>
        <p:spPr>
          <a:xfrm>
            <a:off x="609600" y="2842211"/>
            <a:ext cx="5387975" cy="334745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800"/>
              <a:buNone/>
              <a:defRPr/>
            </a:lvl1pPr>
            <a:lvl2pPr indent="-228600" lvl="1" marL="914400" algn="l">
              <a:lnSpc>
                <a:spcPct val="110000"/>
              </a:lnSpc>
              <a:spcBef>
                <a:spcPts val="500"/>
              </a:spcBef>
              <a:spcAft>
                <a:spcPts val="0"/>
              </a:spcAft>
              <a:buSzPts val="1800"/>
              <a:buNone/>
              <a:defRPr/>
            </a:lvl2pPr>
            <a:lvl3pPr indent="-228600" lvl="2" marL="1371600" algn="l">
              <a:lnSpc>
                <a:spcPct val="110000"/>
              </a:lnSpc>
              <a:spcBef>
                <a:spcPts val="500"/>
              </a:spcBef>
              <a:spcAft>
                <a:spcPts val="0"/>
              </a:spcAft>
              <a:buSzPts val="1800"/>
              <a:buNone/>
              <a:defRPr/>
            </a:lvl3pPr>
            <a:lvl4pPr indent="-228600" lvl="3" marL="1828800" algn="l">
              <a:lnSpc>
                <a:spcPct val="110000"/>
              </a:lnSpc>
              <a:spcBef>
                <a:spcPts val="500"/>
              </a:spcBef>
              <a:spcAft>
                <a:spcPts val="0"/>
              </a:spcAft>
              <a:buSzPts val="1800"/>
              <a:buNone/>
              <a:defRPr/>
            </a:lvl4pPr>
            <a:lvl5pPr indent="-228600" lvl="4" marL="2286000" algn="l">
              <a:lnSpc>
                <a:spcPct val="110000"/>
              </a:lnSpc>
              <a:spcBef>
                <a:spcPts val="500"/>
              </a:spcBef>
              <a:spcAft>
                <a:spcPts val="0"/>
              </a:spcAft>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17"/>
          <p:cNvSpPr txBox="1"/>
          <p:nvPr>
            <p:ph idx="3" type="body"/>
          </p:nvPr>
        </p:nvSpPr>
        <p:spPr>
          <a:xfrm>
            <a:off x="6167890" y="1895096"/>
            <a:ext cx="541451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SzPts val="2400"/>
              <a:buNone/>
              <a:defRPr b="0" i="0" sz="2400"/>
            </a:lvl1pPr>
            <a:lvl2pPr indent="-228600" lvl="1" marL="914400" algn="l">
              <a:lnSpc>
                <a:spcPct val="110000"/>
              </a:lnSpc>
              <a:spcBef>
                <a:spcPts val="500"/>
              </a:spcBef>
              <a:spcAft>
                <a:spcPts val="0"/>
              </a:spcAft>
              <a:buSzPts val="2000"/>
              <a:buNone/>
              <a:defRPr b="1" sz="2000"/>
            </a:lvl2pPr>
            <a:lvl3pPr indent="-228600" lvl="2" marL="1371600" algn="l">
              <a:lnSpc>
                <a:spcPct val="110000"/>
              </a:lnSpc>
              <a:spcBef>
                <a:spcPts val="500"/>
              </a:spcBef>
              <a:spcAft>
                <a:spcPts val="0"/>
              </a:spcAft>
              <a:buSzPts val="1800"/>
              <a:buNone/>
              <a:defRPr b="1" sz="1800"/>
            </a:lvl3pPr>
            <a:lvl4pPr indent="-228600" lvl="3" marL="1828800" algn="l">
              <a:lnSpc>
                <a:spcPct val="110000"/>
              </a:lnSpc>
              <a:spcBef>
                <a:spcPts val="500"/>
              </a:spcBef>
              <a:spcAft>
                <a:spcPts val="0"/>
              </a:spcAft>
              <a:buSzPts val="1600"/>
              <a:buNone/>
              <a:defRPr b="1" sz="1600"/>
            </a:lvl4pPr>
            <a:lvl5pPr indent="-228600" lvl="4" marL="2286000" algn="l">
              <a:lnSpc>
                <a:spcPct val="11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17"/>
          <p:cNvSpPr txBox="1"/>
          <p:nvPr>
            <p:ph idx="4" type="body"/>
          </p:nvPr>
        </p:nvSpPr>
        <p:spPr>
          <a:xfrm>
            <a:off x="6167890" y="2842211"/>
            <a:ext cx="5414510" cy="334745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800"/>
              <a:buNone/>
              <a:defRPr/>
            </a:lvl1pPr>
            <a:lvl2pPr indent="-228600" lvl="1" marL="914400" algn="l">
              <a:lnSpc>
                <a:spcPct val="110000"/>
              </a:lnSpc>
              <a:spcBef>
                <a:spcPts val="500"/>
              </a:spcBef>
              <a:spcAft>
                <a:spcPts val="0"/>
              </a:spcAft>
              <a:buSzPts val="1800"/>
              <a:buNone/>
              <a:defRPr/>
            </a:lvl2pPr>
            <a:lvl3pPr indent="-228600" lvl="2" marL="1371600" algn="l">
              <a:lnSpc>
                <a:spcPct val="110000"/>
              </a:lnSpc>
              <a:spcBef>
                <a:spcPts val="500"/>
              </a:spcBef>
              <a:spcAft>
                <a:spcPts val="0"/>
              </a:spcAft>
              <a:buSzPts val="1800"/>
              <a:buNone/>
              <a:defRPr/>
            </a:lvl3pPr>
            <a:lvl4pPr indent="-228600" lvl="3" marL="1828800" algn="l">
              <a:lnSpc>
                <a:spcPct val="110000"/>
              </a:lnSpc>
              <a:spcBef>
                <a:spcPts val="500"/>
              </a:spcBef>
              <a:spcAft>
                <a:spcPts val="0"/>
              </a:spcAft>
              <a:buSzPts val="1800"/>
              <a:buNone/>
              <a:defRPr/>
            </a:lvl4pPr>
            <a:lvl5pPr indent="-228600" lvl="4" marL="2286000" algn="l">
              <a:lnSpc>
                <a:spcPct val="110000"/>
              </a:lnSpc>
              <a:spcBef>
                <a:spcPts val="500"/>
              </a:spcBef>
              <a:spcAft>
                <a:spcPts val="0"/>
              </a:spcAft>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17"/>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7"/>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18"/>
          <p:cNvSpPr txBox="1"/>
          <p:nvPr>
            <p:ph type="title"/>
          </p:nvPr>
        </p:nvSpPr>
        <p:spPr>
          <a:xfrm>
            <a:off x="609600" y="557784"/>
            <a:ext cx="10972800" cy="132556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8"/>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8"/>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9"/>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9"/>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20"/>
          <p:cNvSpPr txBox="1"/>
          <p:nvPr>
            <p:ph type="title"/>
          </p:nvPr>
        </p:nvSpPr>
        <p:spPr>
          <a:xfrm>
            <a:off x="612649" y="457199"/>
            <a:ext cx="4970822" cy="2660205"/>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20"/>
          <p:cNvSpPr txBox="1"/>
          <p:nvPr>
            <p:ph idx="1" type="body"/>
          </p:nvPr>
        </p:nvSpPr>
        <p:spPr>
          <a:xfrm>
            <a:off x="6096000" y="457200"/>
            <a:ext cx="5483352" cy="5744003"/>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2800"/>
              <a:buNone/>
              <a:defRPr sz="2800"/>
            </a:lvl1pPr>
            <a:lvl2pPr indent="-228600" lvl="1" marL="914400" algn="l">
              <a:lnSpc>
                <a:spcPct val="110000"/>
              </a:lnSpc>
              <a:spcBef>
                <a:spcPts val="500"/>
              </a:spcBef>
              <a:spcAft>
                <a:spcPts val="0"/>
              </a:spcAft>
              <a:buSzPts val="2400"/>
              <a:buNone/>
              <a:defRPr sz="2400"/>
            </a:lvl2pPr>
            <a:lvl3pPr indent="-228600" lvl="2" marL="1371600" algn="l">
              <a:lnSpc>
                <a:spcPct val="110000"/>
              </a:lnSpc>
              <a:spcBef>
                <a:spcPts val="500"/>
              </a:spcBef>
              <a:spcAft>
                <a:spcPts val="0"/>
              </a:spcAft>
              <a:buSzPts val="2000"/>
              <a:buNone/>
              <a:defRPr sz="2000"/>
            </a:lvl3pPr>
            <a:lvl4pPr indent="-228600" lvl="3" marL="1828800" algn="l">
              <a:lnSpc>
                <a:spcPct val="110000"/>
              </a:lnSpc>
              <a:spcBef>
                <a:spcPts val="500"/>
              </a:spcBef>
              <a:spcAft>
                <a:spcPts val="0"/>
              </a:spcAft>
              <a:buSzPts val="1800"/>
              <a:buNone/>
              <a:defRPr sz="1800"/>
            </a:lvl4pPr>
            <a:lvl5pPr indent="-228600" lvl="4" marL="2286000" algn="l">
              <a:lnSpc>
                <a:spcPct val="110000"/>
              </a:lnSpc>
              <a:spcBef>
                <a:spcPts val="500"/>
              </a:spcBef>
              <a:spcAft>
                <a:spcPts val="0"/>
              </a:spcAft>
              <a:buSzPts val="1800"/>
              <a:buNone/>
              <a:defRPr sz="18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3" name="Google Shape;73;p20"/>
          <p:cNvSpPr txBox="1"/>
          <p:nvPr>
            <p:ph idx="2" type="body"/>
          </p:nvPr>
        </p:nvSpPr>
        <p:spPr>
          <a:xfrm>
            <a:off x="612649" y="3329989"/>
            <a:ext cx="4970822" cy="2871216"/>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2000"/>
              <a:buNone/>
              <a:defRPr sz="2000"/>
            </a:lvl1pPr>
            <a:lvl2pPr indent="-228600" lvl="1" marL="914400" algn="l">
              <a:lnSpc>
                <a:spcPct val="110000"/>
              </a:lnSpc>
              <a:spcBef>
                <a:spcPts val="500"/>
              </a:spcBef>
              <a:spcAft>
                <a:spcPts val="0"/>
              </a:spcAft>
              <a:buSzPts val="1400"/>
              <a:buNone/>
              <a:defRPr sz="1400"/>
            </a:lvl2pPr>
            <a:lvl3pPr indent="-228600" lvl="2" marL="1371600" algn="l">
              <a:lnSpc>
                <a:spcPct val="110000"/>
              </a:lnSpc>
              <a:spcBef>
                <a:spcPts val="500"/>
              </a:spcBef>
              <a:spcAft>
                <a:spcPts val="0"/>
              </a:spcAft>
              <a:buSzPts val="1200"/>
              <a:buNone/>
              <a:defRPr sz="1200"/>
            </a:lvl3pPr>
            <a:lvl4pPr indent="-228600" lvl="3" marL="1828800" algn="l">
              <a:lnSpc>
                <a:spcPct val="110000"/>
              </a:lnSpc>
              <a:spcBef>
                <a:spcPts val="500"/>
              </a:spcBef>
              <a:spcAft>
                <a:spcPts val="0"/>
              </a:spcAft>
              <a:buSzPts val="1000"/>
              <a:buNone/>
              <a:defRPr sz="1000"/>
            </a:lvl4pPr>
            <a:lvl5pPr indent="-228600" lvl="4" marL="2286000" algn="l">
              <a:lnSpc>
                <a:spcPct val="11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 name="Google Shape;74;p20"/>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0"/>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7" name="Shape 77"/>
        <p:cNvGrpSpPr/>
        <p:nvPr/>
      </p:nvGrpSpPr>
      <p:grpSpPr>
        <a:xfrm>
          <a:off x="0" y="0"/>
          <a:ext cx="0" cy="0"/>
          <a:chOff x="0" y="0"/>
          <a:chExt cx="0" cy="0"/>
        </a:xfrm>
      </p:grpSpPr>
      <p:sp>
        <p:nvSpPr>
          <p:cNvPr id="78" name="Google Shape;78;p21"/>
          <p:cNvSpPr txBox="1"/>
          <p:nvPr>
            <p:ph type="title"/>
          </p:nvPr>
        </p:nvSpPr>
        <p:spPr>
          <a:xfrm>
            <a:off x="612649" y="457199"/>
            <a:ext cx="4970822" cy="2667485"/>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21"/>
          <p:cNvSpPr/>
          <p:nvPr>
            <p:ph idx="2" type="pic"/>
          </p:nvPr>
        </p:nvSpPr>
        <p:spPr>
          <a:xfrm>
            <a:off x="6096000" y="457199"/>
            <a:ext cx="5483352" cy="5403851"/>
          </a:xfrm>
          <a:prstGeom prst="rect">
            <a:avLst/>
          </a:prstGeom>
          <a:noFill/>
          <a:ln>
            <a:noFill/>
          </a:ln>
        </p:spPr>
      </p:sp>
      <p:sp>
        <p:nvSpPr>
          <p:cNvPr id="80" name="Google Shape;80;p21"/>
          <p:cNvSpPr txBox="1"/>
          <p:nvPr>
            <p:ph idx="1" type="body"/>
          </p:nvPr>
        </p:nvSpPr>
        <p:spPr>
          <a:xfrm>
            <a:off x="612649" y="3322708"/>
            <a:ext cx="4970822" cy="254628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800"/>
              <a:buNone/>
              <a:defRPr sz="1800"/>
            </a:lvl1pPr>
            <a:lvl2pPr indent="-228600" lvl="1" marL="914400" algn="l">
              <a:lnSpc>
                <a:spcPct val="110000"/>
              </a:lnSpc>
              <a:spcBef>
                <a:spcPts val="500"/>
              </a:spcBef>
              <a:spcAft>
                <a:spcPts val="0"/>
              </a:spcAft>
              <a:buSzPts val="1400"/>
              <a:buNone/>
              <a:defRPr sz="1400"/>
            </a:lvl2pPr>
            <a:lvl3pPr indent="-228600" lvl="2" marL="1371600" algn="l">
              <a:lnSpc>
                <a:spcPct val="110000"/>
              </a:lnSpc>
              <a:spcBef>
                <a:spcPts val="500"/>
              </a:spcBef>
              <a:spcAft>
                <a:spcPts val="0"/>
              </a:spcAft>
              <a:buSzPts val="1200"/>
              <a:buNone/>
              <a:defRPr sz="1200"/>
            </a:lvl3pPr>
            <a:lvl4pPr indent="-228600" lvl="3" marL="1828800" algn="l">
              <a:lnSpc>
                <a:spcPct val="110000"/>
              </a:lnSpc>
              <a:spcBef>
                <a:spcPts val="500"/>
              </a:spcBef>
              <a:spcAft>
                <a:spcPts val="0"/>
              </a:spcAft>
              <a:buSzPts val="1000"/>
              <a:buNone/>
              <a:defRPr sz="1000"/>
            </a:lvl4pPr>
            <a:lvl5pPr indent="-228600" lvl="4" marL="2286000" algn="l">
              <a:lnSpc>
                <a:spcPct val="11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1" name="Google Shape;81;p21"/>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1"/>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4" name="Shape 84"/>
        <p:cNvGrpSpPr/>
        <p:nvPr/>
      </p:nvGrpSpPr>
      <p:grpSpPr>
        <a:xfrm>
          <a:off x="0" y="0"/>
          <a:ext cx="0" cy="0"/>
          <a:chOff x="0" y="0"/>
          <a:chExt cx="0" cy="0"/>
        </a:xfrm>
      </p:grpSpPr>
      <p:sp>
        <p:nvSpPr>
          <p:cNvPr id="85" name="Google Shape;85;p22"/>
          <p:cNvSpPr txBox="1"/>
          <p:nvPr>
            <p:ph type="title"/>
          </p:nvPr>
        </p:nvSpPr>
        <p:spPr>
          <a:xfrm>
            <a:off x="609600" y="557784"/>
            <a:ext cx="10972800" cy="132556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22"/>
          <p:cNvSpPr txBox="1"/>
          <p:nvPr>
            <p:ph idx="1" type="body"/>
          </p:nvPr>
        </p:nvSpPr>
        <p:spPr>
          <a:xfrm rot="5400000">
            <a:off x="4077733" y="-1361929"/>
            <a:ext cx="4036534" cy="109728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800"/>
              <a:buNone/>
              <a:defRPr/>
            </a:lvl1pPr>
            <a:lvl2pPr indent="-228600" lvl="1" marL="914400" algn="l">
              <a:lnSpc>
                <a:spcPct val="110000"/>
              </a:lnSpc>
              <a:spcBef>
                <a:spcPts val="500"/>
              </a:spcBef>
              <a:spcAft>
                <a:spcPts val="0"/>
              </a:spcAft>
              <a:buSzPts val="1800"/>
              <a:buNone/>
              <a:defRPr/>
            </a:lvl2pPr>
            <a:lvl3pPr indent="-228600" lvl="2" marL="1371600" algn="l">
              <a:lnSpc>
                <a:spcPct val="110000"/>
              </a:lnSpc>
              <a:spcBef>
                <a:spcPts val="500"/>
              </a:spcBef>
              <a:spcAft>
                <a:spcPts val="0"/>
              </a:spcAft>
              <a:buSzPts val="1800"/>
              <a:buNone/>
              <a:defRPr/>
            </a:lvl3pPr>
            <a:lvl4pPr indent="-228600" lvl="3" marL="1828800" algn="l">
              <a:lnSpc>
                <a:spcPct val="110000"/>
              </a:lnSpc>
              <a:spcBef>
                <a:spcPts val="500"/>
              </a:spcBef>
              <a:spcAft>
                <a:spcPts val="0"/>
              </a:spcAft>
              <a:buSzPts val="1800"/>
              <a:buNone/>
              <a:defRPr/>
            </a:lvl4pPr>
            <a:lvl5pPr indent="-228600" lvl="4" marL="2286000" algn="l">
              <a:lnSpc>
                <a:spcPct val="110000"/>
              </a:lnSpc>
              <a:spcBef>
                <a:spcPts val="500"/>
              </a:spcBef>
              <a:spcAft>
                <a:spcPts val="0"/>
              </a:spcAft>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22"/>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2"/>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0" name="Shape 90"/>
        <p:cNvGrpSpPr/>
        <p:nvPr/>
      </p:nvGrpSpPr>
      <p:grpSpPr>
        <a:xfrm>
          <a:off x="0" y="0"/>
          <a:ext cx="0" cy="0"/>
          <a:chOff x="0" y="0"/>
          <a:chExt cx="0" cy="0"/>
        </a:xfrm>
      </p:grpSpPr>
      <p:sp>
        <p:nvSpPr>
          <p:cNvPr id="91" name="Google Shape;91;p23"/>
          <p:cNvSpPr txBox="1"/>
          <p:nvPr>
            <p:ph type="title"/>
          </p:nvPr>
        </p:nvSpPr>
        <p:spPr>
          <a:xfrm rot="5400000">
            <a:off x="7330416" y="1952268"/>
            <a:ext cx="5643420" cy="285445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23"/>
          <p:cNvSpPr txBox="1"/>
          <p:nvPr>
            <p:ph idx="1" type="body"/>
          </p:nvPr>
        </p:nvSpPr>
        <p:spPr>
          <a:xfrm rot="5400000">
            <a:off x="1658088" y="-487656"/>
            <a:ext cx="5643420" cy="77343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800"/>
              <a:buNone/>
              <a:defRPr/>
            </a:lvl1pPr>
            <a:lvl2pPr indent="-228600" lvl="1" marL="914400" algn="l">
              <a:lnSpc>
                <a:spcPct val="110000"/>
              </a:lnSpc>
              <a:spcBef>
                <a:spcPts val="500"/>
              </a:spcBef>
              <a:spcAft>
                <a:spcPts val="0"/>
              </a:spcAft>
              <a:buSzPts val="1800"/>
              <a:buNone/>
              <a:defRPr/>
            </a:lvl2pPr>
            <a:lvl3pPr indent="-228600" lvl="2" marL="1371600" algn="l">
              <a:lnSpc>
                <a:spcPct val="110000"/>
              </a:lnSpc>
              <a:spcBef>
                <a:spcPts val="500"/>
              </a:spcBef>
              <a:spcAft>
                <a:spcPts val="0"/>
              </a:spcAft>
              <a:buSzPts val="1800"/>
              <a:buNone/>
              <a:defRPr/>
            </a:lvl3pPr>
            <a:lvl4pPr indent="-228600" lvl="3" marL="1828800" algn="l">
              <a:lnSpc>
                <a:spcPct val="110000"/>
              </a:lnSpc>
              <a:spcBef>
                <a:spcPts val="500"/>
              </a:spcBef>
              <a:spcAft>
                <a:spcPts val="0"/>
              </a:spcAft>
              <a:buSzPts val="1800"/>
              <a:buNone/>
              <a:defRPr/>
            </a:lvl4pPr>
            <a:lvl5pPr indent="-228600" lvl="4" marL="2286000" algn="l">
              <a:lnSpc>
                <a:spcPct val="110000"/>
              </a:lnSpc>
              <a:spcBef>
                <a:spcPts val="500"/>
              </a:spcBef>
              <a:spcAft>
                <a:spcPts val="0"/>
              </a:spcAft>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23"/>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3"/>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3.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sp>
        <p:nvSpPr>
          <p:cNvPr id="6" name="Google Shape;6;p11"/>
          <p:cNvSpPr/>
          <p:nvPr/>
        </p:nvSpPr>
        <p:spPr>
          <a:xfrm>
            <a:off x="0" y="0"/>
            <a:ext cx="12192001" cy="6858000"/>
          </a:xfrm>
          <a:prstGeom prst="rect">
            <a:avLst/>
          </a:prstGeom>
          <a:solidFill>
            <a:srgbClr val="AEAEAE">
              <a:alpha val="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7" name="Google Shape;7;p11"/>
          <p:cNvSpPr/>
          <p:nvPr/>
        </p:nvSpPr>
        <p:spPr>
          <a:xfrm>
            <a:off x="-1" y="232968"/>
            <a:ext cx="9560477" cy="6625032"/>
          </a:xfrm>
          <a:custGeom>
            <a:rect b="b" l="l" r="r" t="t"/>
            <a:pathLst>
              <a:path extrusionOk="0" h="6858000" w="9263816">
                <a:moveTo>
                  <a:pt x="8831314" y="5943878"/>
                </a:moveTo>
                <a:cubicBezTo>
                  <a:pt x="8964281" y="5927490"/>
                  <a:pt x="9096260" y="5981362"/>
                  <a:pt x="9179783" y="6086141"/>
                </a:cubicBezTo>
                <a:cubicBezTo>
                  <a:pt x="9224074" y="6141769"/>
                  <a:pt x="9252211" y="6208560"/>
                  <a:pt x="9260887" y="6279156"/>
                </a:cubicBezTo>
                <a:cubicBezTo>
                  <a:pt x="9286897" y="6490362"/>
                  <a:pt x="9136845" y="6682672"/>
                  <a:pt x="8925621" y="6708712"/>
                </a:cubicBezTo>
                <a:cubicBezTo>
                  <a:pt x="8714398" y="6734766"/>
                  <a:pt x="8522062" y="6584655"/>
                  <a:pt x="8496050" y="6373449"/>
                </a:cubicBezTo>
                <a:cubicBezTo>
                  <a:pt x="8470038" y="6162229"/>
                  <a:pt x="8620090" y="5969920"/>
                  <a:pt x="8831314" y="5943878"/>
                </a:cubicBezTo>
                <a:close/>
                <a:moveTo>
                  <a:pt x="7397485" y="5931706"/>
                </a:moveTo>
                <a:cubicBezTo>
                  <a:pt x="7598431" y="5931157"/>
                  <a:pt x="7792965" y="6024548"/>
                  <a:pt x="7917779" y="6191864"/>
                </a:cubicBezTo>
                <a:cubicBezTo>
                  <a:pt x="7959204" y="6247714"/>
                  <a:pt x="7991530" y="6309792"/>
                  <a:pt x="8013467" y="6375784"/>
                </a:cubicBezTo>
                <a:cubicBezTo>
                  <a:pt x="8055425" y="6502973"/>
                  <a:pt x="8055748" y="6633888"/>
                  <a:pt x="8021879" y="6753751"/>
                </a:cubicBezTo>
                <a:lnTo>
                  <a:pt x="7981316" y="6858000"/>
                </a:lnTo>
                <a:lnTo>
                  <a:pt x="6819486" y="6858000"/>
                </a:lnTo>
                <a:lnTo>
                  <a:pt x="6785199" y="6781101"/>
                </a:lnTo>
                <a:cubicBezTo>
                  <a:pt x="6673307" y="6441922"/>
                  <a:pt x="6857485" y="6076251"/>
                  <a:pt x="7196747" y="5964309"/>
                </a:cubicBezTo>
                <a:cubicBezTo>
                  <a:pt x="7262809" y="5942509"/>
                  <a:pt x="7330503" y="5931889"/>
                  <a:pt x="7397485" y="5931706"/>
                </a:cubicBezTo>
                <a:close/>
                <a:moveTo>
                  <a:pt x="1505570" y="227178"/>
                </a:moveTo>
                <a:cubicBezTo>
                  <a:pt x="1691018" y="218628"/>
                  <a:pt x="1889853" y="275403"/>
                  <a:pt x="2026489" y="392370"/>
                </a:cubicBezTo>
                <a:cubicBezTo>
                  <a:pt x="2369898" y="685965"/>
                  <a:pt x="2078266" y="1147857"/>
                  <a:pt x="2444553" y="1654853"/>
                </a:cubicBezTo>
                <a:cubicBezTo>
                  <a:pt x="2492906" y="1721679"/>
                  <a:pt x="2800482" y="2144546"/>
                  <a:pt x="3183153" y="2116208"/>
                </a:cubicBezTo>
                <a:cubicBezTo>
                  <a:pt x="3673561" y="2080541"/>
                  <a:pt x="3723222" y="1441614"/>
                  <a:pt x="4288384" y="1291908"/>
                </a:cubicBezTo>
                <a:cubicBezTo>
                  <a:pt x="4689065" y="1185875"/>
                  <a:pt x="5207943" y="1366633"/>
                  <a:pt x="5472602" y="1697818"/>
                </a:cubicBezTo>
                <a:cubicBezTo>
                  <a:pt x="5891294" y="2221754"/>
                  <a:pt x="5408012" y="2790179"/>
                  <a:pt x="5844697" y="3444791"/>
                </a:cubicBezTo>
                <a:cubicBezTo>
                  <a:pt x="6149900" y="3902467"/>
                  <a:pt x="6672672" y="4053594"/>
                  <a:pt x="6715674" y="4065208"/>
                </a:cubicBezTo>
                <a:cubicBezTo>
                  <a:pt x="7326423" y="4232519"/>
                  <a:pt x="7677158" y="3817020"/>
                  <a:pt x="8130429" y="4101787"/>
                </a:cubicBezTo>
                <a:cubicBezTo>
                  <a:pt x="8226340" y="4161985"/>
                  <a:pt x="8536372" y="4356819"/>
                  <a:pt x="8624630" y="4686202"/>
                </a:cubicBezTo>
                <a:lnTo>
                  <a:pt x="8623843" y="4685749"/>
                </a:lnTo>
                <a:cubicBezTo>
                  <a:pt x="8636924" y="4734567"/>
                  <a:pt x="8644635" y="4784678"/>
                  <a:pt x="8646859" y="4835156"/>
                </a:cubicBezTo>
                <a:cubicBezTo>
                  <a:pt x="8662596" y="5196604"/>
                  <a:pt x="8398383" y="5562326"/>
                  <a:pt x="8079403" y="5661624"/>
                </a:cubicBezTo>
                <a:cubicBezTo>
                  <a:pt x="7649807" y="5795217"/>
                  <a:pt x="7430996" y="5350293"/>
                  <a:pt x="6833105" y="5397208"/>
                </a:cubicBezTo>
                <a:cubicBezTo>
                  <a:pt x="6519033" y="5421527"/>
                  <a:pt x="6056658" y="5595550"/>
                  <a:pt x="5900832" y="5944462"/>
                </a:cubicBezTo>
                <a:cubicBezTo>
                  <a:pt x="5770548" y="6236600"/>
                  <a:pt x="5916359" y="6515160"/>
                  <a:pt x="6067212" y="6811916"/>
                </a:cubicBezTo>
                <a:lnTo>
                  <a:pt x="6089565" y="6858000"/>
                </a:lnTo>
                <a:lnTo>
                  <a:pt x="0" y="6858000"/>
                </a:lnTo>
                <a:lnTo>
                  <a:pt x="0" y="2181377"/>
                </a:lnTo>
                <a:lnTo>
                  <a:pt x="73069" y="2215839"/>
                </a:lnTo>
                <a:cubicBezTo>
                  <a:pt x="165116" y="2251829"/>
                  <a:pt x="254486" y="2263171"/>
                  <a:pt x="335445" y="2237140"/>
                </a:cubicBezTo>
                <a:cubicBezTo>
                  <a:pt x="594718" y="2153707"/>
                  <a:pt x="688441" y="1733807"/>
                  <a:pt x="752878" y="1445285"/>
                </a:cubicBezTo>
                <a:cubicBezTo>
                  <a:pt x="925059" y="674068"/>
                  <a:pt x="975076" y="456292"/>
                  <a:pt x="1202551" y="314229"/>
                </a:cubicBezTo>
                <a:cubicBezTo>
                  <a:pt x="1287853" y="260956"/>
                  <a:pt x="1394302" y="232308"/>
                  <a:pt x="1505570" y="227178"/>
                </a:cubicBezTo>
                <a:close/>
                <a:moveTo>
                  <a:pt x="3142509" y="68854"/>
                </a:moveTo>
                <a:cubicBezTo>
                  <a:pt x="3275474" y="52467"/>
                  <a:pt x="3407455" y="106339"/>
                  <a:pt x="3490978" y="211117"/>
                </a:cubicBezTo>
                <a:cubicBezTo>
                  <a:pt x="3535271" y="266744"/>
                  <a:pt x="3563404" y="333535"/>
                  <a:pt x="3572083" y="404131"/>
                </a:cubicBezTo>
                <a:cubicBezTo>
                  <a:pt x="3598092" y="615337"/>
                  <a:pt x="3448040" y="807648"/>
                  <a:pt x="3236814" y="833688"/>
                </a:cubicBezTo>
                <a:cubicBezTo>
                  <a:pt x="3025594" y="859741"/>
                  <a:pt x="2833255" y="709631"/>
                  <a:pt x="2807245" y="498425"/>
                </a:cubicBezTo>
                <a:cubicBezTo>
                  <a:pt x="2781232" y="287207"/>
                  <a:pt x="2931283" y="94896"/>
                  <a:pt x="3142509" y="68854"/>
                </a:cubicBezTo>
                <a:close/>
                <a:moveTo>
                  <a:pt x="0" y="0"/>
                </a:moveTo>
                <a:lnTo>
                  <a:pt x="39858" y="0"/>
                </a:lnTo>
                <a:lnTo>
                  <a:pt x="65022" y="5834"/>
                </a:lnTo>
                <a:cubicBezTo>
                  <a:pt x="191545" y="45606"/>
                  <a:pt x="305874" y="124173"/>
                  <a:pt x="389258" y="235630"/>
                </a:cubicBezTo>
                <a:cubicBezTo>
                  <a:pt x="430983" y="291600"/>
                  <a:pt x="463360" y="353876"/>
                  <a:pt x="485484" y="420070"/>
                </a:cubicBezTo>
                <a:cubicBezTo>
                  <a:pt x="597711" y="759508"/>
                  <a:pt x="413661" y="1125662"/>
                  <a:pt x="74229" y="1237955"/>
                </a:cubicBezTo>
                <a:lnTo>
                  <a:pt x="0" y="1254477"/>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8" name="Google Shape;8;p11"/>
          <p:cNvSpPr txBox="1"/>
          <p:nvPr>
            <p:ph type="title"/>
          </p:nvPr>
        </p:nvSpPr>
        <p:spPr>
          <a:xfrm>
            <a:off x="609600" y="557784"/>
            <a:ext cx="10972800" cy="1325563"/>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chemeClr val="lt1"/>
              </a:buClr>
              <a:buSzPts val="4400"/>
              <a:buFont typeface="Arial"/>
              <a:buNone/>
              <a:defRPr b="0" i="0" sz="44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1"/>
          <p:cNvSpPr txBox="1"/>
          <p:nvPr>
            <p:ph idx="1" type="body"/>
          </p:nvPr>
        </p:nvSpPr>
        <p:spPr>
          <a:xfrm>
            <a:off x="609600" y="2106204"/>
            <a:ext cx="10972800" cy="4036534"/>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10000"/>
              </a:lnSpc>
              <a:spcBef>
                <a:spcPts val="1000"/>
              </a:spcBef>
              <a:spcAft>
                <a:spcPts val="0"/>
              </a:spcAft>
              <a:buClr>
                <a:schemeClr val="accent5"/>
              </a:buClr>
              <a:buSzPts val="2000"/>
              <a:buFont typeface="Avenir"/>
              <a:buNone/>
              <a:defRPr b="0" i="0" sz="2000" u="none" cap="none" strike="noStrike">
                <a:solidFill>
                  <a:schemeClr val="lt1"/>
                </a:solidFill>
                <a:latin typeface="Avenir"/>
                <a:ea typeface="Avenir"/>
                <a:cs typeface="Avenir"/>
                <a:sym typeface="Avenir"/>
              </a:defRPr>
            </a:lvl1pPr>
            <a:lvl2pPr indent="-228600" lvl="1" marL="914400" marR="0" rtl="0" algn="l">
              <a:lnSpc>
                <a:spcPct val="110000"/>
              </a:lnSpc>
              <a:spcBef>
                <a:spcPts val="500"/>
              </a:spcBef>
              <a:spcAft>
                <a:spcPts val="0"/>
              </a:spcAft>
              <a:buClr>
                <a:schemeClr val="accent5"/>
              </a:buClr>
              <a:buSzPts val="1800"/>
              <a:buFont typeface="Avenir"/>
              <a:buNone/>
              <a:defRPr b="0" i="0" sz="1800" u="none" cap="none" strike="noStrike">
                <a:solidFill>
                  <a:schemeClr val="lt1"/>
                </a:solidFill>
                <a:latin typeface="Avenir"/>
                <a:ea typeface="Avenir"/>
                <a:cs typeface="Avenir"/>
                <a:sym typeface="Avenir"/>
              </a:defRPr>
            </a:lvl2pPr>
            <a:lvl3pPr indent="-228600" lvl="2" marL="1371600" marR="0" rtl="0" algn="l">
              <a:lnSpc>
                <a:spcPct val="110000"/>
              </a:lnSpc>
              <a:spcBef>
                <a:spcPts val="500"/>
              </a:spcBef>
              <a:spcAft>
                <a:spcPts val="0"/>
              </a:spcAft>
              <a:buClr>
                <a:schemeClr val="accent5"/>
              </a:buClr>
              <a:buSzPts val="1600"/>
              <a:buFont typeface="Avenir"/>
              <a:buNone/>
              <a:defRPr b="0" i="0" sz="1600" u="none" cap="none" strike="noStrike">
                <a:solidFill>
                  <a:schemeClr val="lt1"/>
                </a:solidFill>
                <a:latin typeface="Avenir"/>
                <a:ea typeface="Avenir"/>
                <a:cs typeface="Avenir"/>
                <a:sym typeface="Avenir"/>
              </a:defRPr>
            </a:lvl3pPr>
            <a:lvl4pPr indent="-228600" lvl="3" marL="1828800" marR="0" rtl="0" algn="l">
              <a:lnSpc>
                <a:spcPct val="110000"/>
              </a:lnSpc>
              <a:spcBef>
                <a:spcPts val="500"/>
              </a:spcBef>
              <a:spcAft>
                <a:spcPts val="0"/>
              </a:spcAft>
              <a:buClr>
                <a:schemeClr val="accent5"/>
              </a:buClr>
              <a:buSzPts val="1400"/>
              <a:buFont typeface="Avenir"/>
              <a:buNone/>
              <a:defRPr b="0" i="0" sz="1400" u="none" cap="none" strike="noStrike">
                <a:solidFill>
                  <a:schemeClr val="lt1"/>
                </a:solidFill>
                <a:latin typeface="Avenir"/>
                <a:ea typeface="Avenir"/>
                <a:cs typeface="Avenir"/>
                <a:sym typeface="Avenir"/>
              </a:defRPr>
            </a:lvl4pPr>
            <a:lvl5pPr indent="-228600" lvl="4" marL="2286000" marR="0" rtl="0" algn="l">
              <a:lnSpc>
                <a:spcPct val="110000"/>
              </a:lnSpc>
              <a:spcBef>
                <a:spcPts val="500"/>
              </a:spcBef>
              <a:spcAft>
                <a:spcPts val="0"/>
              </a:spcAft>
              <a:buClr>
                <a:schemeClr val="accent5"/>
              </a:buClr>
              <a:buSzPts val="1400"/>
              <a:buFont typeface="Avenir"/>
              <a:buNone/>
              <a:defRPr b="0" i="0" sz="1400" u="none" cap="none" strike="noStrike">
                <a:solidFill>
                  <a:schemeClr val="lt1"/>
                </a:solidFill>
                <a:latin typeface="Avenir"/>
                <a:ea typeface="Avenir"/>
                <a:cs typeface="Avenir"/>
                <a:sym typeface="Avenir"/>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venir"/>
                <a:ea typeface="Avenir"/>
                <a:cs typeface="Avenir"/>
                <a:sym typeface="Avenir"/>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venir"/>
                <a:ea typeface="Avenir"/>
                <a:cs typeface="Avenir"/>
                <a:sym typeface="Avenir"/>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venir"/>
                <a:ea typeface="Avenir"/>
                <a:cs typeface="Avenir"/>
                <a:sym typeface="Avenir"/>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venir"/>
                <a:ea typeface="Avenir"/>
                <a:cs typeface="Avenir"/>
                <a:sym typeface="Avenir"/>
              </a:defRPr>
            </a:lvl9pPr>
          </a:lstStyle>
          <a:p/>
        </p:txBody>
      </p:sp>
      <p:sp>
        <p:nvSpPr>
          <p:cNvPr id="10" name="Google Shape;10;p11"/>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chemeClr val="lt1"/>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9pPr>
          </a:lstStyle>
          <a:p/>
        </p:txBody>
      </p:sp>
      <p:sp>
        <p:nvSpPr>
          <p:cNvPr id="11" name="Google Shape;11;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800" u="none" cap="none" strike="noStrike">
                <a:solidFill>
                  <a:schemeClr val="lt1"/>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9pPr>
          </a:lstStyle>
          <a:p/>
        </p:txBody>
      </p:sp>
      <p:sp>
        <p:nvSpPr>
          <p:cNvPr id="12" name="Google Shape;12;p11"/>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800" u="none" cap="none" strike="noStrike">
                <a:solidFill>
                  <a:schemeClr val="lt1"/>
                </a:solidFill>
                <a:latin typeface="Avenir"/>
                <a:ea typeface="Avenir"/>
                <a:cs typeface="Avenir"/>
                <a:sym typeface="Avenir"/>
              </a:defRPr>
            </a:lvl1pPr>
            <a:lvl2pPr indent="0" lvl="1" marL="0" marR="0" rtl="0" algn="r">
              <a:spcBef>
                <a:spcPts val="0"/>
              </a:spcBef>
              <a:buNone/>
              <a:defRPr b="0" i="0" sz="800" u="none" cap="none" strike="noStrike">
                <a:solidFill>
                  <a:schemeClr val="lt1"/>
                </a:solidFill>
                <a:latin typeface="Avenir"/>
                <a:ea typeface="Avenir"/>
                <a:cs typeface="Avenir"/>
                <a:sym typeface="Avenir"/>
              </a:defRPr>
            </a:lvl2pPr>
            <a:lvl3pPr indent="0" lvl="2" marL="0" marR="0" rtl="0" algn="r">
              <a:spcBef>
                <a:spcPts val="0"/>
              </a:spcBef>
              <a:buNone/>
              <a:defRPr b="0" i="0" sz="800" u="none" cap="none" strike="noStrike">
                <a:solidFill>
                  <a:schemeClr val="lt1"/>
                </a:solidFill>
                <a:latin typeface="Avenir"/>
                <a:ea typeface="Avenir"/>
                <a:cs typeface="Avenir"/>
                <a:sym typeface="Avenir"/>
              </a:defRPr>
            </a:lvl3pPr>
            <a:lvl4pPr indent="0" lvl="3" marL="0" marR="0" rtl="0" algn="r">
              <a:spcBef>
                <a:spcPts val="0"/>
              </a:spcBef>
              <a:buNone/>
              <a:defRPr b="0" i="0" sz="800" u="none" cap="none" strike="noStrike">
                <a:solidFill>
                  <a:schemeClr val="lt1"/>
                </a:solidFill>
                <a:latin typeface="Avenir"/>
                <a:ea typeface="Avenir"/>
                <a:cs typeface="Avenir"/>
                <a:sym typeface="Avenir"/>
              </a:defRPr>
            </a:lvl4pPr>
            <a:lvl5pPr indent="0" lvl="4" marL="0" marR="0" rtl="0" algn="r">
              <a:spcBef>
                <a:spcPts val="0"/>
              </a:spcBef>
              <a:buNone/>
              <a:defRPr b="0" i="0" sz="800" u="none" cap="none" strike="noStrike">
                <a:solidFill>
                  <a:schemeClr val="lt1"/>
                </a:solidFill>
                <a:latin typeface="Avenir"/>
                <a:ea typeface="Avenir"/>
                <a:cs typeface="Avenir"/>
                <a:sym typeface="Avenir"/>
              </a:defRPr>
            </a:lvl5pPr>
            <a:lvl6pPr indent="0" lvl="5" marL="0" marR="0" rtl="0" algn="r">
              <a:spcBef>
                <a:spcPts val="0"/>
              </a:spcBef>
              <a:buNone/>
              <a:defRPr b="0" i="0" sz="800" u="none" cap="none" strike="noStrike">
                <a:solidFill>
                  <a:schemeClr val="lt1"/>
                </a:solidFill>
                <a:latin typeface="Avenir"/>
                <a:ea typeface="Avenir"/>
                <a:cs typeface="Avenir"/>
                <a:sym typeface="Avenir"/>
              </a:defRPr>
            </a:lvl6pPr>
            <a:lvl7pPr indent="0" lvl="6" marL="0" marR="0" rtl="0" algn="r">
              <a:spcBef>
                <a:spcPts val="0"/>
              </a:spcBef>
              <a:buNone/>
              <a:defRPr b="0" i="0" sz="800" u="none" cap="none" strike="noStrike">
                <a:solidFill>
                  <a:schemeClr val="lt1"/>
                </a:solidFill>
                <a:latin typeface="Avenir"/>
                <a:ea typeface="Avenir"/>
                <a:cs typeface="Avenir"/>
                <a:sym typeface="Avenir"/>
              </a:defRPr>
            </a:lvl7pPr>
            <a:lvl8pPr indent="0" lvl="7" marL="0" marR="0" rtl="0" algn="r">
              <a:spcBef>
                <a:spcPts val="0"/>
              </a:spcBef>
              <a:buNone/>
              <a:defRPr b="0" i="0" sz="800" u="none" cap="none" strike="noStrike">
                <a:solidFill>
                  <a:schemeClr val="lt1"/>
                </a:solidFill>
                <a:latin typeface="Avenir"/>
                <a:ea typeface="Avenir"/>
                <a:cs typeface="Avenir"/>
                <a:sym typeface="Avenir"/>
              </a:defRPr>
            </a:lvl8pPr>
            <a:lvl9pPr indent="0" lvl="8" marL="0" marR="0" rtl="0" algn="r">
              <a:spcBef>
                <a:spcPts val="0"/>
              </a:spcBef>
              <a:buNone/>
              <a:defRPr b="0" i="0" sz="8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9" name="Shape 19"/>
        <p:cNvGrpSpPr/>
        <p:nvPr/>
      </p:nvGrpSpPr>
      <p:grpSpPr>
        <a:xfrm>
          <a:off x="0" y="0"/>
          <a:ext cx="0" cy="0"/>
          <a:chOff x="0" y="0"/>
          <a:chExt cx="0" cy="0"/>
        </a:xfrm>
      </p:grpSpPr>
      <p:sp>
        <p:nvSpPr>
          <p:cNvPr id="20" name="Google Shape;20;p10"/>
          <p:cNvSpPr/>
          <p:nvPr/>
        </p:nvSpPr>
        <p:spPr>
          <a:xfrm>
            <a:off x="0" y="0"/>
            <a:ext cx="12192001" cy="6858000"/>
          </a:xfrm>
          <a:prstGeom prst="rect">
            <a:avLst/>
          </a:prstGeom>
          <a:solidFill>
            <a:srgbClr val="AEAEAE">
              <a:alpha val="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1" name="Google Shape;21;p10"/>
          <p:cNvSpPr/>
          <p:nvPr/>
        </p:nvSpPr>
        <p:spPr>
          <a:xfrm>
            <a:off x="-1" y="232968"/>
            <a:ext cx="9560477" cy="6625032"/>
          </a:xfrm>
          <a:custGeom>
            <a:rect b="b" l="l" r="r" t="t"/>
            <a:pathLst>
              <a:path extrusionOk="0" h="6858000" w="9263816">
                <a:moveTo>
                  <a:pt x="8831314" y="5943878"/>
                </a:moveTo>
                <a:cubicBezTo>
                  <a:pt x="8964281" y="5927490"/>
                  <a:pt x="9096260" y="5981362"/>
                  <a:pt x="9179783" y="6086141"/>
                </a:cubicBezTo>
                <a:cubicBezTo>
                  <a:pt x="9224074" y="6141769"/>
                  <a:pt x="9252211" y="6208560"/>
                  <a:pt x="9260887" y="6279156"/>
                </a:cubicBezTo>
                <a:cubicBezTo>
                  <a:pt x="9286897" y="6490362"/>
                  <a:pt x="9136845" y="6682672"/>
                  <a:pt x="8925621" y="6708712"/>
                </a:cubicBezTo>
                <a:cubicBezTo>
                  <a:pt x="8714398" y="6734766"/>
                  <a:pt x="8522062" y="6584655"/>
                  <a:pt x="8496050" y="6373449"/>
                </a:cubicBezTo>
                <a:cubicBezTo>
                  <a:pt x="8470038" y="6162229"/>
                  <a:pt x="8620090" y="5969920"/>
                  <a:pt x="8831314" y="5943878"/>
                </a:cubicBezTo>
                <a:close/>
                <a:moveTo>
                  <a:pt x="7397485" y="5931706"/>
                </a:moveTo>
                <a:cubicBezTo>
                  <a:pt x="7598431" y="5931157"/>
                  <a:pt x="7792965" y="6024548"/>
                  <a:pt x="7917779" y="6191864"/>
                </a:cubicBezTo>
                <a:cubicBezTo>
                  <a:pt x="7959204" y="6247714"/>
                  <a:pt x="7991530" y="6309792"/>
                  <a:pt x="8013467" y="6375784"/>
                </a:cubicBezTo>
                <a:cubicBezTo>
                  <a:pt x="8055425" y="6502973"/>
                  <a:pt x="8055748" y="6633888"/>
                  <a:pt x="8021879" y="6753751"/>
                </a:cubicBezTo>
                <a:lnTo>
                  <a:pt x="7981316" y="6858000"/>
                </a:lnTo>
                <a:lnTo>
                  <a:pt x="6819486" y="6858000"/>
                </a:lnTo>
                <a:lnTo>
                  <a:pt x="6785199" y="6781101"/>
                </a:lnTo>
                <a:cubicBezTo>
                  <a:pt x="6673307" y="6441922"/>
                  <a:pt x="6857485" y="6076251"/>
                  <a:pt x="7196747" y="5964309"/>
                </a:cubicBezTo>
                <a:cubicBezTo>
                  <a:pt x="7262809" y="5942509"/>
                  <a:pt x="7330503" y="5931889"/>
                  <a:pt x="7397485" y="5931706"/>
                </a:cubicBezTo>
                <a:close/>
                <a:moveTo>
                  <a:pt x="1505570" y="227178"/>
                </a:moveTo>
                <a:cubicBezTo>
                  <a:pt x="1691018" y="218628"/>
                  <a:pt x="1889853" y="275403"/>
                  <a:pt x="2026489" y="392370"/>
                </a:cubicBezTo>
                <a:cubicBezTo>
                  <a:pt x="2369898" y="685965"/>
                  <a:pt x="2078266" y="1147857"/>
                  <a:pt x="2444553" y="1654853"/>
                </a:cubicBezTo>
                <a:cubicBezTo>
                  <a:pt x="2492906" y="1721679"/>
                  <a:pt x="2800482" y="2144546"/>
                  <a:pt x="3183153" y="2116208"/>
                </a:cubicBezTo>
                <a:cubicBezTo>
                  <a:pt x="3673561" y="2080541"/>
                  <a:pt x="3723222" y="1441614"/>
                  <a:pt x="4288384" y="1291908"/>
                </a:cubicBezTo>
                <a:cubicBezTo>
                  <a:pt x="4689065" y="1185875"/>
                  <a:pt x="5207943" y="1366633"/>
                  <a:pt x="5472602" y="1697818"/>
                </a:cubicBezTo>
                <a:cubicBezTo>
                  <a:pt x="5891294" y="2221754"/>
                  <a:pt x="5408012" y="2790179"/>
                  <a:pt x="5844697" y="3444791"/>
                </a:cubicBezTo>
                <a:cubicBezTo>
                  <a:pt x="6149900" y="3902467"/>
                  <a:pt x="6672672" y="4053594"/>
                  <a:pt x="6715674" y="4065208"/>
                </a:cubicBezTo>
                <a:cubicBezTo>
                  <a:pt x="7326423" y="4232519"/>
                  <a:pt x="7677158" y="3817020"/>
                  <a:pt x="8130429" y="4101787"/>
                </a:cubicBezTo>
                <a:cubicBezTo>
                  <a:pt x="8226340" y="4161985"/>
                  <a:pt x="8536372" y="4356819"/>
                  <a:pt x="8624630" y="4686202"/>
                </a:cubicBezTo>
                <a:lnTo>
                  <a:pt x="8623843" y="4685749"/>
                </a:lnTo>
                <a:cubicBezTo>
                  <a:pt x="8636924" y="4734567"/>
                  <a:pt x="8644635" y="4784678"/>
                  <a:pt x="8646859" y="4835156"/>
                </a:cubicBezTo>
                <a:cubicBezTo>
                  <a:pt x="8662596" y="5196604"/>
                  <a:pt x="8398383" y="5562326"/>
                  <a:pt x="8079403" y="5661624"/>
                </a:cubicBezTo>
                <a:cubicBezTo>
                  <a:pt x="7649807" y="5795217"/>
                  <a:pt x="7430996" y="5350293"/>
                  <a:pt x="6833105" y="5397208"/>
                </a:cubicBezTo>
                <a:cubicBezTo>
                  <a:pt x="6519033" y="5421527"/>
                  <a:pt x="6056658" y="5595550"/>
                  <a:pt x="5900832" y="5944462"/>
                </a:cubicBezTo>
                <a:cubicBezTo>
                  <a:pt x="5770548" y="6236600"/>
                  <a:pt x="5916359" y="6515160"/>
                  <a:pt x="6067212" y="6811916"/>
                </a:cubicBezTo>
                <a:lnTo>
                  <a:pt x="6089565" y="6858000"/>
                </a:lnTo>
                <a:lnTo>
                  <a:pt x="0" y="6858000"/>
                </a:lnTo>
                <a:lnTo>
                  <a:pt x="0" y="2181377"/>
                </a:lnTo>
                <a:lnTo>
                  <a:pt x="73069" y="2215839"/>
                </a:lnTo>
                <a:cubicBezTo>
                  <a:pt x="165116" y="2251829"/>
                  <a:pt x="254486" y="2263171"/>
                  <a:pt x="335445" y="2237140"/>
                </a:cubicBezTo>
                <a:cubicBezTo>
                  <a:pt x="594718" y="2153707"/>
                  <a:pt x="688441" y="1733807"/>
                  <a:pt x="752878" y="1445285"/>
                </a:cubicBezTo>
                <a:cubicBezTo>
                  <a:pt x="925059" y="674068"/>
                  <a:pt x="975076" y="456292"/>
                  <a:pt x="1202551" y="314229"/>
                </a:cubicBezTo>
                <a:cubicBezTo>
                  <a:pt x="1287853" y="260956"/>
                  <a:pt x="1394302" y="232308"/>
                  <a:pt x="1505570" y="227178"/>
                </a:cubicBezTo>
                <a:close/>
                <a:moveTo>
                  <a:pt x="3142509" y="68854"/>
                </a:moveTo>
                <a:cubicBezTo>
                  <a:pt x="3275474" y="52467"/>
                  <a:pt x="3407455" y="106339"/>
                  <a:pt x="3490978" y="211117"/>
                </a:cubicBezTo>
                <a:cubicBezTo>
                  <a:pt x="3535271" y="266744"/>
                  <a:pt x="3563404" y="333535"/>
                  <a:pt x="3572083" y="404131"/>
                </a:cubicBezTo>
                <a:cubicBezTo>
                  <a:pt x="3598092" y="615337"/>
                  <a:pt x="3448040" y="807648"/>
                  <a:pt x="3236814" y="833688"/>
                </a:cubicBezTo>
                <a:cubicBezTo>
                  <a:pt x="3025594" y="859741"/>
                  <a:pt x="2833255" y="709631"/>
                  <a:pt x="2807245" y="498425"/>
                </a:cubicBezTo>
                <a:cubicBezTo>
                  <a:pt x="2781232" y="287207"/>
                  <a:pt x="2931283" y="94896"/>
                  <a:pt x="3142509" y="68854"/>
                </a:cubicBezTo>
                <a:close/>
                <a:moveTo>
                  <a:pt x="0" y="0"/>
                </a:moveTo>
                <a:lnTo>
                  <a:pt x="39858" y="0"/>
                </a:lnTo>
                <a:lnTo>
                  <a:pt x="65022" y="5834"/>
                </a:lnTo>
                <a:cubicBezTo>
                  <a:pt x="191545" y="45606"/>
                  <a:pt x="305874" y="124173"/>
                  <a:pt x="389258" y="235630"/>
                </a:cubicBezTo>
                <a:cubicBezTo>
                  <a:pt x="430983" y="291600"/>
                  <a:pt x="463360" y="353876"/>
                  <a:pt x="485484" y="420070"/>
                </a:cubicBezTo>
                <a:cubicBezTo>
                  <a:pt x="597711" y="759508"/>
                  <a:pt x="413661" y="1125662"/>
                  <a:pt x="74229" y="1237955"/>
                </a:cubicBezTo>
                <a:lnTo>
                  <a:pt x="0" y="1254477"/>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2" name="Google Shape;22;p10"/>
          <p:cNvSpPr txBox="1"/>
          <p:nvPr>
            <p:ph type="title"/>
          </p:nvPr>
        </p:nvSpPr>
        <p:spPr>
          <a:xfrm>
            <a:off x="609600" y="557784"/>
            <a:ext cx="10972800" cy="1325563"/>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3" name="Google Shape;23;p10"/>
          <p:cNvSpPr txBox="1"/>
          <p:nvPr>
            <p:ph idx="1" type="body"/>
          </p:nvPr>
        </p:nvSpPr>
        <p:spPr>
          <a:xfrm>
            <a:off x="609600" y="2106204"/>
            <a:ext cx="10972800" cy="4036534"/>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10000"/>
              </a:lnSpc>
              <a:spcBef>
                <a:spcPts val="1000"/>
              </a:spcBef>
              <a:spcAft>
                <a:spcPts val="0"/>
              </a:spcAft>
              <a:buClr>
                <a:schemeClr val="accent5"/>
              </a:buClr>
              <a:buSzPts val="2000"/>
              <a:buFont typeface="Avenir"/>
              <a:buNone/>
              <a:defRPr b="0" i="0" sz="2000" u="none" cap="none" strike="noStrike">
                <a:solidFill>
                  <a:schemeClr val="dk1"/>
                </a:solidFill>
                <a:latin typeface="Avenir"/>
                <a:ea typeface="Avenir"/>
                <a:cs typeface="Avenir"/>
                <a:sym typeface="Avenir"/>
              </a:defRPr>
            </a:lvl1pPr>
            <a:lvl2pPr indent="-228600" lvl="1" marL="914400" marR="0" rtl="0" algn="l">
              <a:lnSpc>
                <a:spcPct val="110000"/>
              </a:lnSpc>
              <a:spcBef>
                <a:spcPts val="500"/>
              </a:spcBef>
              <a:spcAft>
                <a:spcPts val="0"/>
              </a:spcAft>
              <a:buClr>
                <a:schemeClr val="accent5"/>
              </a:buClr>
              <a:buSzPts val="1800"/>
              <a:buFont typeface="Avenir"/>
              <a:buNone/>
              <a:defRPr b="0" i="0" sz="1800" u="none" cap="none" strike="noStrike">
                <a:solidFill>
                  <a:schemeClr val="dk1"/>
                </a:solidFill>
                <a:latin typeface="Avenir"/>
                <a:ea typeface="Avenir"/>
                <a:cs typeface="Avenir"/>
                <a:sym typeface="Avenir"/>
              </a:defRPr>
            </a:lvl2pPr>
            <a:lvl3pPr indent="-228600" lvl="2" marL="1371600" marR="0" rtl="0" algn="l">
              <a:lnSpc>
                <a:spcPct val="110000"/>
              </a:lnSpc>
              <a:spcBef>
                <a:spcPts val="500"/>
              </a:spcBef>
              <a:spcAft>
                <a:spcPts val="0"/>
              </a:spcAft>
              <a:buClr>
                <a:schemeClr val="accent5"/>
              </a:buClr>
              <a:buSzPts val="1600"/>
              <a:buFont typeface="Avenir"/>
              <a:buNone/>
              <a:defRPr b="0" i="0" sz="1600" u="none" cap="none" strike="noStrike">
                <a:solidFill>
                  <a:schemeClr val="dk1"/>
                </a:solidFill>
                <a:latin typeface="Avenir"/>
                <a:ea typeface="Avenir"/>
                <a:cs typeface="Avenir"/>
                <a:sym typeface="Avenir"/>
              </a:defRPr>
            </a:lvl3pPr>
            <a:lvl4pPr indent="-228600" lvl="3" marL="1828800" marR="0" rtl="0" algn="l">
              <a:lnSpc>
                <a:spcPct val="110000"/>
              </a:lnSpc>
              <a:spcBef>
                <a:spcPts val="500"/>
              </a:spcBef>
              <a:spcAft>
                <a:spcPts val="0"/>
              </a:spcAft>
              <a:buClr>
                <a:schemeClr val="accent5"/>
              </a:buClr>
              <a:buSzPts val="1400"/>
              <a:buFont typeface="Avenir"/>
              <a:buNone/>
              <a:defRPr b="0" i="0" sz="1400" u="none" cap="none" strike="noStrike">
                <a:solidFill>
                  <a:schemeClr val="dk1"/>
                </a:solidFill>
                <a:latin typeface="Avenir"/>
                <a:ea typeface="Avenir"/>
                <a:cs typeface="Avenir"/>
                <a:sym typeface="Avenir"/>
              </a:defRPr>
            </a:lvl4pPr>
            <a:lvl5pPr indent="-228600" lvl="4" marL="2286000" marR="0" rtl="0" algn="l">
              <a:lnSpc>
                <a:spcPct val="110000"/>
              </a:lnSpc>
              <a:spcBef>
                <a:spcPts val="500"/>
              </a:spcBef>
              <a:spcAft>
                <a:spcPts val="0"/>
              </a:spcAft>
              <a:buClr>
                <a:schemeClr val="accent5"/>
              </a:buClr>
              <a:buSzPts val="1400"/>
              <a:buFont typeface="Avenir"/>
              <a:buNone/>
              <a:defRPr b="0" i="0" sz="1400" u="none" cap="none" strike="noStrike">
                <a:solidFill>
                  <a:schemeClr val="dk1"/>
                </a:solidFill>
                <a:latin typeface="Avenir"/>
                <a:ea typeface="Avenir"/>
                <a:cs typeface="Avenir"/>
                <a:sym typeface="Aveni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9pPr>
          </a:lstStyle>
          <a:p/>
        </p:txBody>
      </p:sp>
      <p:sp>
        <p:nvSpPr>
          <p:cNvPr id="24" name="Google Shape;24;p10"/>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chemeClr val="dk1"/>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25" name="Google Shape;25;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800" u="none" cap="none" strike="noStrike">
                <a:solidFill>
                  <a:schemeClr val="dk1"/>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26" name="Google Shape;26;p10"/>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800" u="none" cap="none" strike="noStrike">
                <a:solidFill>
                  <a:schemeClr val="dk1"/>
                </a:solidFill>
                <a:latin typeface="Avenir"/>
                <a:ea typeface="Avenir"/>
                <a:cs typeface="Avenir"/>
                <a:sym typeface="Avenir"/>
              </a:defRPr>
            </a:lvl1pPr>
            <a:lvl2pPr indent="0" lvl="1" marL="0" marR="0" rtl="0" algn="r">
              <a:spcBef>
                <a:spcPts val="0"/>
              </a:spcBef>
              <a:buNone/>
              <a:defRPr b="0" i="0" sz="800" u="none" cap="none" strike="noStrike">
                <a:solidFill>
                  <a:schemeClr val="dk1"/>
                </a:solidFill>
                <a:latin typeface="Avenir"/>
                <a:ea typeface="Avenir"/>
                <a:cs typeface="Avenir"/>
                <a:sym typeface="Avenir"/>
              </a:defRPr>
            </a:lvl2pPr>
            <a:lvl3pPr indent="0" lvl="2" marL="0" marR="0" rtl="0" algn="r">
              <a:spcBef>
                <a:spcPts val="0"/>
              </a:spcBef>
              <a:buNone/>
              <a:defRPr b="0" i="0" sz="800" u="none" cap="none" strike="noStrike">
                <a:solidFill>
                  <a:schemeClr val="dk1"/>
                </a:solidFill>
                <a:latin typeface="Avenir"/>
                <a:ea typeface="Avenir"/>
                <a:cs typeface="Avenir"/>
                <a:sym typeface="Avenir"/>
              </a:defRPr>
            </a:lvl3pPr>
            <a:lvl4pPr indent="0" lvl="3" marL="0" marR="0" rtl="0" algn="r">
              <a:spcBef>
                <a:spcPts val="0"/>
              </a:spcBef>
              <a:buNone/>
              <a:defRPr b="0" i="0" sz="800" u="none" cap="none" strike="noStrike">
                <a:solidFill>
                  <a:schemeClr val="dk1"/>
                </a:solidFill>
                <a:latin typeface="Avenir"/>
                <a:ea typeface="Avenir"/>
                <a:cs typeface="Avenir"/>
                <a:sym typeface="Avenir"/>
              </a:defRPr>
            </a:lvl4pPr>
            <a:lvl5pPr indent="0" lvl="4" marL="0" marR="0" rtl="0" algn="r">
              <a:spcBef>
                <a:spcPts val="0"/>
              </a:spcBef>
              <a:buNone/>
              <a:defRPr b="0" i="0" sz="800" u="none" cap="none" strike="noStrike">
                <a:solidFill>
                  <a:schemeClr val="dk1"/>
                </a:solidFill>
                <a:latin typeface="Avenir"/>
                <a:ea typeface="Avenir"/>
                <a:cs typeface="Avenir"/>
                <a:sym typeface="Avenir"/>
              </a:defRPr>
            </a:lvl5pPr>
            <a:lvl6pPr indent="0" lvl="5" marL="0" marR="0" rtl="0" algn="r">
              <a:spcBef>
                <a:spcPts val="0"/>
              </a:spcBef>
              <a:buNone/>
              <a:defRPr b="0" i="0" sz="800" u="none" cap="none" strike="noStrike">
                <a:solidFill>
                  <a:schemeClr val="dk1"/>
                </a:solidFill>
                <a:latin typeface="Avenir"/>
                <a:ea typeface="Avenir"/>
                <a:cs typeface="Avenir"/>
                <a:sym typeface="Avenir"/>
              </a:defRPr>
            </a:lvl6pPr>
            <a:lvl7pPr indent="0" lvl="6" marL="0" marR="0" rtl="0" algn="r">
              <a:spcBef>
                <a:spcPts val="0"/>
              </a:spcBef>
              <a:buNone/>
              <a:defRPr b="0" i="0" sz="800" u="none" cap="none" strike="noStrike">
                <a:solidFill>
                  <a:schemeClr val="dk1"/>
                </a:solidFill>
                <a:latin typeface="Avenir"/>
                <a:ea typeface="Avenir"/>
                <a:cs typeface="Avenir"/>
                <a:sym typeface="Avenir"/>
              </a:defRPr>
            </a:lvl7pPr>
            <a:lvl8pPr indent="0" lvl="7" marL="0" marR="0" rtl="0" algn="r">
              <a:spcBef>
                <a:spcPts val="0"/>
              </a:spcBef>
              <a:buNone/>
              <a:defRPr b="0" i="0" sz="800" u="none" cap="none" strike="noStrike">
                <a:solidFill>
                  <a:schemeClr val="dk1"/>
                </a:solidFill>
                <a:latin typeface="Avenir"/>
                <a:ea typeface="Avenir"/>
                <a:cs typeface="Avenir"/>
                <a:sym typeface="Avenir"/>
              </a:defRPr>
            </a:lvl8pPr>
            <a:lvl9pPr indent="0" lvl="8" marL="0" marR="0" rtl="0" algn="r">
              <a:spcBef>
                <a:spcPts val="0"/>
              </a:spcBef>
              <a:buNone/>
              <a:defRPr b="0" i="0" sz="800" u="none" cap="none" strike="noStrike">
                <a:solidFill>
                  <a:schemeClr val="dk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9" name="Shape 99"/>
        <p:cNvGrpSpPr/>
        <p:nvPr/>
      </p:nvGrpSpPr>
      <p:grpSpPr>
        <a:xfrm>
          <a:off x="0" y="0"/>
          <a:ext cx="0" cy="0"/>
          <a:chOff x="0" y="0"/>
          <a:chExt cx="0" cy="0"/>
        </a:xfrm>
      </p:grpSpPr>
      <p:sp>
        <p:nvSpPr>
          <p:cNvPr id="100" name="Google Shape;100;p1"/>
          <p:cNvSpPr/>
          <p:nvPr/>
        </p:nvSpPr>
        <p:spPr>
          <a:xfrm>
            <a:off x="0" y="0"/>
            <a:ext cx="12188952"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01" name="Google Shape;101;p1"/>
          <p:cNvSpPr/>
          <p:nvPr/>
        </p:nvSpPr>
        <p:spPr>
          <a:xfrm>
            <a:off x="0" y="0"/>
            <a:ext cx="12192000"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2"/>
              </a:solidFill>
              <a:latin typeface="Avenir"/>
              <a:ea typeface="Avenir"/>
              <a:cs typeface="Avenir"/>
              <a:sym typeface="Avenir"/>
            </a:endParaRPr>
          </a:p>
        </p:txBody>
      </p:sp>
      <p:pic>
        <p:nvPicPr>
          <p:cNvPr descr="Motivi di foglie colorati" id="102" name="Google Shape;102;p1"/>
          <p:cNvPicPr preferRelativeResize="0"/>
          <p:nvPr/>
        </p:nvPicPr>
        <p:blipFill rotWithShape="1">
          <a:blip r:embed="rId3">
            <a:alphaModFix/>
          </a:blip>
          <a:srcRect b="1" l="7452" r="18686" t="0"/>
          <a:stretch/>
        </p:blipFill>
        <p:spPr>
          <a:xfrm>
            <a:off x="4955602" y="10"/>
            <a:ext cx="7236398" cy="6857990"/>
          </a:xfrm>
          <a:custGeom>
            <a:rect b="b" l="l" r="r" t="t"/>
            <a:pathLst>
              <a:path extrusionOk="0" h="6858000" w="7726675">
                <a:moveTo>
                  <a:pt x="2975226" y="5978334"/>
                </a:moveTo>
                <a:cubicBezTo>
                  <a:pt x="3002582" y="5978928"/>
                  <a:pt x="3030286" y="5982273"/>
                  <a:pt x="3058007" y="5988576"/>
                </a:cubicBezTo>
                <a:cubicBezTo>
                  <a:pt x="3279778" y="6038998"/>
                  <a:pt x="3418684" y="6259656"/>
                  <a:pt x="3368261" y="6481427"/>
                </a:cubicBezTo>
                <a:cubicBezTo>
                  <a:pt x="3317839" y="6703198"/>
                  <a:pt x="3097182" y="6842104"/>
                  <a:pt x="2875410" y="6791681"/>
                </a:cubicBezTo>
                <a:cubicBezTo>
                  <a:pt x="2653640" y="6741259"/>
                  <a:pt x="2514734" y="6520601"/>
                  <a:pt x="2565157" y="6298830"/>
                </a:cubicBezTo>
                <a:cubicBezTo>
                  <a:pt x="2609276" y="6104780"/>
                  <a:pt x="2783732" y="5974174"/>
                  <a:pt x="2975226" y="5978334"/>
                </a:cubicBezTo>
                <a:close/>
                <a:moveTo>
                  <a:pt x="542891" y="1298362"/>
                </a:moveTo>
                <a:cubicBezTo>
                  <a:pt x="578216" y="1299129"/>
                  <a:pt x="613991" y="1303448"/>
                  <a:pt x="649789" y="1311587"/>
                </a:cubicBezTo>
                <a:cubicBezTo>
                  <a:pt x="936170" y="1376700"/>
                  <a:pt x="1115545" y="1661643"/>
                  <a:pt x="1050432" y="1948025"/>
                </a:cubicBezTo>
                <a:cubicBezTo>
                  <a:pt x="985319" y="2234407"/>
                  <a:pt x="700376" y="2413781"/>
                  <a:pt x="413995" y="2348669"/>
                </a:cubicBezTo>
                <a:cubicBezTo>
                  <a:pt x="127612" y="2283556"/>
                  <a:pt x="-51762" y="1998612"/>
                  <a:pt x="13351" y="1712231"/>
                </a:cubicBezTo>
                <a:cubicBezTo>
                  <a:pt x="70325" y="1461647"/>
                  <a:pt x="295606" y="1292990"/>
                  <a:pt x="542891" y="1298362"/>
                </a:cubicBezTo>
                <a:close/>
                <a:moveTo>
                  <a:pt x="362049" y="446831"/>
                </a:moveTo>
                <a:cubicBezTo>
                  <a:pt x="382746" y="447281"/>
                  <a:pt x="403706" y="449811"/>
                  <a:pt x="424679" y="454579"/>
                </a:cubicBezTo>
                <a:cubicBezTo>
                  <a:pt x="592463" y="492727"/>
                  <a:pt x="697554" y="659668"/>
                  <a:pt x="659405" y="827452"/>
                </a:cubicBezTo>
                <a:cubicBezTo>
                  <a:pt x="621257" y="995236"/>
                  <a:pt x="454318" y="1100327"/>
                  <a:pt x="286534" y="1062179"/>
                </a:cubicBezTo>
                <a:cubicBezTo>
                  <a:pt x="118749" y="1024031"/>
                  <a:pt x="13658" y="857091"/>
                  <a:pt x="51806" y="689306"/>
                </a:cubicBezTo>
                <a:cubicBezTo>
                  <a:pt x="85186" y="542495"/>
                  <a:pt x="217172" y="443684"/>
                  <a:pt x="362049" y="446831"/>
                </a:cubicBezTo>
                <a:close/>
                <a:moveTo>
                  <a:pt x="688320" y="0"/>
                </a:moveTo>
                <a:lnTo>
                  <a:pt x="5442022" y="0"/>
                </a:lnTo>
                <a:lnTo>
                  <a:pt x="7726675" y="0"/>
                </a:lnTo>
                <a:lnTo>
                  <a:pt x="7726675" y="988372"/>
                </a:lnTo>
                <a:lnTo>
                  <a:pt x="7726675" y="6858000"/>
                </a:lnTo>
                <a:lnTo>
                  <a:pt x="4265234" y="6858000"/>
                </a:lnTo>
                <a:lnTo>
                  <a:pt x="4167452" y="6648946"/>
                </a:lnTo>
                <a:cubicBezTo>
                  <a:pt x="4064668" y="6438534"/>
                  <a:pt x="3951418" y="6237194"/>
                  <a:pt x="3802376" y="6067515"/>
                </a:cubicBezTo>
                <a:cubicBezTo>
                  <a:pt x="3433898" y="5648543"/>
                  <a:pt x="2855445" y="5560200"/>
                  <a:pt x="2314714" y="5492960"/>
                </a:cubicBezTo>
                <a:cubicBezTo>
                  <a:pt x="1689319" y="5415368"/>
                  <a:pt x="1105502" y="5269445"/>
                  <a:pt x="626568" y="4822392"/>
                </a:cubicBezTo>
                <a:cubicBezTo>
                  <a:pt x="42544" y="4277286"/>
                  <a:pt x="59772" y="3691233"/>
                  <a:pt x="462831" y="3184007"/>
                </a:cubicBezTo>
                <a:cubicBezTo>
                  <a:pt x="688845" y="2899538"/>
                  <a:pt x="972083" y="2660548"/>
                  <a:pt x="1228189" y="2399566"/>
                </a:cubicBezTo>
                <a:cubicBezTo>
                  <a:pt x="1460698" y="2161897"/>
                  <a:pt x="1522193" y="1866062"/>
                  <a:pt x="1384674" y="1566341"/>
                </a:cubicBezTo>
                <a:cubicBezTo>
                  <a:pt x="1239184" y="1249484"/>
                  <a:pt x="1095206" y="930335"/>
                  <a:pt x="922279" y="628332"/>
                </a:cubicBezTo>
                <a:cubicBezTo>
                  <a:pt x="805583" y="424593"/>
                  <a:pt x="731712" y="225291"/>
                  <a:pt x="693729" y="33341"/>
                </a:cubicBezTo>
                <a:close/>
              </a:path>
            </a:pathLst>
          </a:custGeom>
          <a:noFill/>
          <a:ln>
            <a:noFill/>
          </a:ln>
        </p:spPr>
      </p:pic>
      <p:sp>
        <p:nvSpPr>
          <p:cNvPr id="103" name="Google Shape;103;p1"/>
          <p:cNvSpPr txBox="1"/>
          <p:nvPr>
            <p:ph type="ctrTitle"/>
          </p:nvPr>
        </p:nvSpPr>
        <p:spPr>
          <a:xfrm>
            <a:off x="1" y="1"/>
            <a:ext cx="6487296" cy="5059016"/>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rgbClr val="FFFFFF"/>
              </a:buClr>
              <a:buSzPts val="6600"/>
              <a:buFont typeface="Arabic Typesetting"/>
              <a:buNone/>
            </a:pPr>
            <a:r>
              <a:rPr b="1" lang="it-IT" sz="6600">
                <a:solidFill>
                  <a:srgbClr val="FFFFFF"/>
                </a:solidFill>
                <a:latin typeface="Arabic Typesetting"/>
                <a:ea typeface="Arabic Typesetting"/>
                <a:cs typeface="Arabic Typesetting"/>
                <a:sym typeface="Arabic Typesetting"/>
              </a:rPr>
              <a:t>Les jours de la semaine</a:t>
            </a:r>
            <a:br>
              <a:rPr b="1" lang="it-IT" sz="6600">
                <a:solidFill>
                  <a:srgbClr val="FFFFFF"/>
                </a:solidFill>
                <a:latin typeface="Arabic Typesetting"/>
                <a:ea typeface="Arabic Typesetting"/>
                <a:cs typeface="Arabic Typesetting"/>
                <a:sym typeface="Arabic Typesetting"/>
              </a:rPr>
            </a:br>
            <a:br>
              <a:rPr b="1" lang="it-IT" sz="9600">
                <a:solidFill>
                  <a:srgbClr val="FFFFFF"/>
                </a:solidFill>
                <a:latin typeface="Arabic Typesetting"/>
                <a:ea typeface="Arabic Typesetting"/>
                <a:cs typeface="Arabic Typesetting"/>
                <a:sym typeface="Arabic Typesetting"/>
              </a:rPr>
            </a:br>
            <a:r>
              <a:rPr b="1" lang="it-IT" sz="9600">
                <a:solidFill>
                  <a:srgbClr val="FFFFFF"/>
                </a:solidFill>
                <a:latin typeface="Arabic Typesetting"/>
                <a:ea typeface="Arabic Typesetting"/>
                <a:cs typeface="Arabic Typesetting"/>
                <a:sym typeface="Arabic Typesetting"/>
              </a:rPr>
              <a:t>أَيَّام الْأُسْبُوع</a:t>
            </a:r>
            <a:endParaRPr b="1" sz="9600">
              <a:solidFill>
                <a:srgbClr val="FFFFFF"/>
              </a:solidFill>
              <a:latin typeface="Arabic Typesetting"/>
              <a:ea typeface="Arabic Typesetting"/>
              <a:cs typeface="Arabic Typesetting"/>
              <a:sym typeface="Arabic Typesetting"/>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
          <p:cNvSpPr/>
          <p:nvPr/>
        </p:nvSpPr>
        <p:spPr>
          <a:xfrm>
            <a:off x="0" y="0"/>
            <a:ext cx="12192000" cy="6858000"/>
          </a:xfrm>
          <a:prstGeom prst="rect">
            <a:avLst/>
          </a:prstGeom>
          <a:solidFill>
            <a:srgbClr val="B86732"/>
          </a:solidFill>
          <a:ln cap="flat" cmpd="sng" w="12700">
            <a:solidFill>
              <a:srgbClr val="9B694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4400">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1" lang="it-IT" sz="4400">
                <a:solidFill>
                  <a:schemeClr val="lt1"/>
                </a:solidFill>
                <a:latin typeface="Times New Roman"/>
                <a:ea typeface="Times New Roman"/>
                <a:cs typeface="Times New Roman"/>
                <a:sym typeface="Times New Roman"/>
              </a:rPr>
              <a:t>Samedi				اِلسَّبْت     / ailssabt </a:t>
            </a:r>
            <a:endParaRPr b="1" sz="4400">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1" lang="it-IT" sz="4400">
                <a:solidFill>
                  <a:schemeClr val="lt1"/>
                </a:solidFill>
                <a:latin typeface="Times New Roman"/>
                <a:ea typeface="Times New Roman"/>
                <a:cs typeface="Times New Roman"/>
                <a:sym typeface="Times New Roman"/>
              </a:rPr>
              <a:t>Dimanche		 اِلْحَدّ       / </a:t>
            </a:r>
            <a:r>
              <a:rPr b="1" lang="it-IT" sz="4400">
                <a:solidFill>
                  <a:schemeClr val="lt1"/>
                </a:solidFill>
                <a:latin typeface="Times New Roman"/>
                <a:ea typeface="Times New Roman"/>
                <a:cs typeface="Times New Roman"/>
                <a:sym typeface="Times New Roman"/>
              </a:rPr>
              <a:t>ailhad </a:t>
            </a:r>
            <a:endParaRPr b="1" sz="4400">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1" lang="it-IT" sz="4400">
                <a:solidFill>
                  <a:schemeClr val="lt1"/>
                </a:solidFill>
                <a:latin typeface="Times New Roman"/>
                <a:ea typeface="Times New Roman"/>
                <a:cs typeface="Times New Roman"/>
                <a:sym typeface="Times New Roman"/>
              </a:rPr>
              <a:t>Lundi			   الْإِتنِين     / </a:t>
            </a:r>
            <a:r>
              <a:rPr b="1" lang="it-IT" sz="4400">
                <a:solidFill>
                  <a:schemeClr val="lt1"/>
                </a:solidFill>
                <a:latin typeface="Times New Roman"/>
                <a:ea typeface="Times New Roman"/>
                <a:cs typeface="Times New Roman"/>
                <a:sym typeface="Times New Roman"/>
              </a:rPr>
              <a:t>al'iitnin  	</a:t>
            </a:r>
            <a:endParaRPr/>
          </a:p>
          <a:p>
            <a:pPr indent="0" lvl="0" marL="0" marR="0" rtl="0" algn="l">
              <a:spcBef>
                <a:spcPts val="0"/>
              </a:spcBef>
              <a:spcAft>
                <a:spcPts val="0"/>
              </a:spcAft>
              <a:buNone/>
            </a:pPr>
            <a:r>
              <a:rPr b="1" lang="it-IT" sz="4400">
                <a:solidFill>
                  <a:schemeClr val="lt1"/>
                </a:solidFill>
                <a:latin typeface="Times New Roman"/>
                <a:ea typeface="Times New Roman"/>
                <a:cs typeface="Times New Roman"/>
                <a:sym typeface="Times New Roman"/>
              </a:rPr>
              <a:t>Mardi				 التَّلَات	   / </a:t>
            </a:r>
            <a:r>
              <a:rPr b="1" lang="it-IT" sz="4400">
                <a:solidFill>
                  <a:schemeClr val="lt1"/>
                </a:solidFill>
                <a:latin typeface="Times New Roman"/>
                <a:ea typeface="Times New Roman"/>
                <a:cs typeface="Times New Roman"/>
                <a:sym typeface="Times New Roman"/>
              </a:rPr>
              <a:t> alttalat       </a:t>
            </a:r>
            <a:endParaRPr b="1" sz="4400">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1" lang="it-IT" sz="4400">
                <a:solidFill>
                  <a:schemeClr val="lt1"/>
                </a:solidFill>
                <a:latin typeface="Times New Roman"/>
                <a:ea typeface="Times New Roman"/>
                <a:cs typeface="Times New Roman"/>
                <a:sym typeface="Times New Roman"/>
              </a:rPr>
              <a:t>Mercredi		  اِلْأَرْبَع      / </a:t>
            </a:r>
            <a:r>
              <a:rPr b="1" lang="it-IT" sz="4400">
                <a:solidFill>
                  <a:schemeClr val="lt1"/>
                </a:solidFill>
                <a:latin typeface="Times New Roman"/>
                <a:ea typeface="Times New Roman"/>
                <a:cs typeface="Times New Roman"/>
                <a:sym typeface="Times New Roman"/>
              </a:rPr>
              <a:t>ail'arbae </a:t>
            </a:r>
            <a:endParaRPr b="1" sz="4400">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1" lang="it-IT" sz="4400">
                <a:solidFill>
                  <a:schemeClr val="lt1"/>
                </a:solidFill>
                <a:latin typeface="Times New Roman"/>
                <a:ea typeface="Times New Roman"/>
                <a:cs typeface="Times New Roman"/>
                <a:sym typeface="Times New Roman"/>
              </a:rPr>
              <a:t>Jeudi					اِلْخَمِيس  / </a:t>
            </a:r>
            <a:r>
              <a:rPr b="1" lang="it-IT" sz="4400">
                <a:solidFill>
                  <a:schemeClr val="lt1"/>
                </a:solidFill>
                <a:latin typeface="Times New Roman"/>
                <a:ea typeface="Times New Roman"/>
                <a:cs typeface="Times New Roman"/>
                <a:sym typeface="Times New Roman"/>
              </a:rPr>
              <a:t>ailkhamis </a:t>
            </a:r>
            <a:r>
              <a:rPr b="1" lang="it-IT" sz="4400">
                <a:solidFill>
                  <a:schemeClr val="lt1"/>
                </a:solidFill>
                <a:latin typeface="Times New Roman"/>
                <a:ea typeface="Times New Roman"/>
                <a:cs typeface="Times New Roman"/>
                <a:sym typeface="Times New Roman"/>
              </a:rPr>
              <a:t>       </a:t>
            </a:r>
            <a:endParaRPr b="1" sz="4400">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b="1" lang="it-IT" sz="4400">
                <a:solidFill>
                  <a:schemeClr val="lt1"/>
                </a:solidFill>
                <a:latin typeface="Times New Roman"/>
                <a:ea typeface="Times New Roman"/>
                <a:cs typeface="Times New Roman"/>
                <a:sym typeface="Times New Roman"/>
              </a:rPr>
              <a:t>Vendredi			اِلْجُمْعَة    / </a:t>
            </a:r>
            <a:r>
              <a:rPr b="1" lang="it-IT" sz="4400">
                <a:solidFill>
                  <a:schemeClr val="lt1"/>
                </a:solidFill>
                <a:latin typeface="Times New Roman"/>
                <a:ea typeface="Times New Roman"/>
                <a:cs typeface="Times New Roman"/>
                <a:sym typeface="Times New Roman"/>
              </a:rPr>
              <a:t>ailjumea</a:t>
            </a:r>
            <a:endParaRPr b="1" sz="4400">
              <a:solidFill>
                <a:schemeClr val="lt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3"/>
          <p:cNvSpPr/>
          <p:nvPr/>
        </p:nvSpPr>
        <p:spPr>
          <a:xfrm>
            <a:off x="0" y="0"/>
            <a:ext cx="12192000" cy="6858000"/>
          </a:xfrm>
          <a:prstGeom prst="rect">
            <a:avLst/>
          </a:prstGeom>
          <a:solidFill>
            <a:srgbClr val="B86732"/>
          </a:solidFill>
          <a:ln cap="flat" cmpd="sng" w="12700">
            <a:solidFill>
              <a:srgbClr val="9B694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lang="it-IT" sz="4000">
                <a:solidFill>
                  <a:schemeClr val="lt1"/>
                </a:solidFill>
                <a:latin typeface="Times New Roman"/>
                <a:ea typeface="Times New Roman"/>
                <a:cs typeface="Times New Roman"/>
                <a:sym typeface="Times New Roman"/>
              </a:rPr>
              <a:t>1- اِلسَّبْت الْفَايِت زُرْت خَالْتِي سُمَيَّة.</a:t>
            </a:r>
            <a:endParaRPr/>
          </a:p>
          <a:p>
            <a:pPr indent="0" lvl="0" marL="0" marR="0" rtl="0" algn="l">
              <a:spcBef>
                <a:spcPts val="0"/>
              </a:spcBef>
              <a:spcAft>
                <a:spcPts val="0"/>
              </a:spcAft>
              <a:buNone/>
            </a:pPr>
            <a:r>
              <a:rPr lang="it-IT" sz="4000">
                <a:solidFill>
                  <a:schemeClr val="lt1"/>
                </a:solidFill>
                <a:latin typeface="Times New Roman"/>
                <a:ea typeface="Times New Roman"/>
                <a:cs typeface="Times New Roman"/>
                <a:sym typeface="Times New Roman"/>
              </a:rPr>
              <a:t>Samedi dernier, j’ai rendu visite à ma tante Soumaya.</a:t>
            </a:r>
            <a:endParaRPr sz="4000">
              <a:solidFill>
                <a:schemeClr val="lt1"/>
              </a:solidFill>
              <a:latin typeface="Times New Roman"/>
              <a:ea typeface="Times New Roman"/>
              <a:cs typeface="Times New Roman"/>
              <a:sym typeface="Times New Roman"/>
            </a:endParaRPr>
          </a:p>
          <a:p>
            <a:pPr indent="0" lvl="0" marL="0" marR="0" rtl="0" algn="r">
              <a:spcBef>
                <a:spcPts val="0"/>
              </a:spcBef>
              <a:spcAft>
                <a:spcPts val="0"/>
              </a:spcAft>
              <a:buNone/>
            </a:pPr>
            <a:r>
              <a:rPr lang="it-IT" sz="4000">
                <a:solidFill>
                  <a:schemeClr val="lt1"/>
                </a:solidFill>
                <a:latin typeface="Times New Roman"/>
                <a:ea typeface="Times New Roman"/>
                <a:cs typeface="Times New Roman"/>
                <a:sym typeface="Times New Roman"/>
              </a:rPr>
              <a:t>2- كُلّ يُوم حَدّ، بِنْرُوح عَنْدِ ابْن عَمِّي سَيِّد.</a:t>
            </a:r>
            <a:endParaRPr/>
          </a:p>
          <a:p>
            <a:pPr indent="0" lvl="0" marL="0" marR="0" rtl="0" algn="l">
              <a:spcBef>
                <a:spcPts val="0"/>
              </a:spcBef>
              <a:spcAft>
                <a:spcPts val="0"/>
              </a:spcAft>
              <a:buNone/>
            </a:pPr>
            <a:r>
              <a:rPr lang="it-IT" sz="4000">
                <a:solidFill>
                  <a:schemeClr val="lt1"/>
                </a:solidFill>
                <a:latin typeface="Times New Roman"/>
                <a:ea typeface="Times New Roman"/>
                <a:cs typeface="Times New Roman"/>
                <a:sym typeface="Times New Roman"/>
              </a:rPr>
              <a:t>Tous les dimanches, nous allons chez mon cousin Sayed.</a:t>
            </a:r>
            <a:endParaRPr sz="4000">
              <a:solidFill>
                <a:schemeClr val="lt1"/>
              </a:solidFill>
              <a:latin typeface="Times New Roman"/>
              <a:ea typeface="Times New Roman"/>
              <a:cs typeface="Times New Roman"/>
              <a:sym typeface="Times New Roman"/>
            </a:endParaRPr>
          </a:p>
          <a:p>
            <a:pPr indent="0" lvl="0" marL="0" marR="0" rtl="0" algn="r">
              <a:spcBef>
                <a:spcPts val="0"/>
              </a:spcBef>
              <a:spcAft>
                <a:spcPts val="0"/>
              </a:spcAft>
              <a:buNone/>
            </a:pPr>
            <a:r>
              <a:rPr lang="it-IT" sz="4000">
                <a:solidFill>
                  <a:schemeClr val="lt1"/>
                </a:solidFill>
                <a:latin typeface="Times New Roman"/>
                <a:ea typeface="Times New Roman"/>
                <a:cs typeface="Times New Roman"/>
                <a:sym typeface="Times New Roman"/>
              </a:rPr>
              <a:t>3- أَشُوفَك يُوم الْخَمِيس السَّاعَة وَاحْدَة.</a:t>
            </a:r>
            <a:endParaRPr/>
          </a:p>
          <a:p>
            <a:pPr indent="0" lvl="0" marL="0" marR="0" rtl="0" algn="l">
              <a:spcBef>
                <a:spcPts val="0"/>
              </a:spcBef>
              <a:spcAft>
                <a:spcPts val="0"/>
              </a:spcAft>
              <a:buNone/>
            </a:pPr>
            <a:r>
              <a:rPr lang="it-IT" sz="4000">
                <a:solidFill>
                  <a:schemeClr val="lt1"/>
                </a:solidFill>
                <a:latin typeface="Times New Roman"/>
                <a:ea typeface="Times New Roman"/>
                <a:cs typeface="Times New Roman"/>
                <a:sym typeface="Times New Roman"/>
              </a:rPr>
              <a:t>On se voit jeudi à 13 heures.</a:t>
            </a:r>
            <a:endParaRPr sz="4000">
              <a:solidFill>
                <a:schemeClr val="lt1"/>
              </a:solidFill>
              <a:latin typeface="Times New Roman"/>
              <a:ea typeface="Times New Roman"/>
              <a:cs typeface="Times New Roman"/>
              <a:sym typeface="Times New Roman"/>
            </a:endParaRPr>
          </a:p>
          <a:p>
            <a:pPr indent="0" lvl="0" marL="0" marR="0" rtl="0" algn="r">
              <a:spcBef>
                <a:spcPts val="0"/>
              </a:spcBef>
              <a:spcAft>
                <a:spcPts val="0"/>
              </a:spcAft>
              <a:buNone/>
            </a:pPr>
            <a:r>
              <a:rPr lang="it-IT" sz="4000">
                <a:solidFill>
                  <a:schemeClr val="lt1"/>
                </a:solidFill>
                <a:latin typeface="Times New Roman"/>
                <a:ea typeface="Times New Roman"/>
                <a:cs typeface="Times New Roman"/>
                <a:sym typeface="Times New Roman"/>
              </a:rPr>
              <a:t>4- اِلْجَامِع مَلْيَان النَّهَار دَا عَشَان يُوم الْجُمْعَة.</a:t>
            </a:r>
            <a:endParaRPr sz="4000">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lang="it-IT" sz="4000">
                <a:solidFill>
                  <a:schemeClr val="lt1"/>
                </a:solidFill>
                <a:latin typeface="Times New Roman"/>
                <a:ea typeface="Times New Roman"/>
                <a:cs typeface="Times New Roman"/>
                <a:sym typeface="Times New Roman"/>
              </a:rPr>
              <a:t>Aujourd’hui, il y a beaucoup de croyants à la mosquée car c’est le vendredi.</a:t>
            </a:r>
            <a:endParaRPr sz="40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4"/>
          <p:cNvSpPr/>
          <p:nvPr/>
        </p:nvSpPr>
        <p:spPr>
          <a:xfrm>
            <a:off x="0" y="0"/>
            <a:ext cx="12192000" cy="6858000"/>
          </a:xfrm>
          <a:prstGeom prst="rect">
            <a:avLst/>
          </a:prstGeom>
          <a:solidFill>
            <a:srgbClr val="7B4521"/>
          </a:solidFill>
          <a:ln cap="flat" cmpd="sng" w="12700">
            <a:solidFill>
              <a:srgbClr val="9B694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lang="it-IT" sz="3600">
                <a:solidFill>
                  <a:srgbClr val="0070C0"/>
                </a:solidFill>
                <a:latin typeface="Times New Roman"/>
                <a:ea typeface="Times New Roman"/>
                <a:cs typeface="Times New Roman"/>
                <a:sym typeface="Times New Roman"/>
              </a:rPr>
              <a:t>خَالِد:</a:t>
            </a:r>
            <a:r>
              <a:rPr lang="it-IT" sz="3600">
                <a:solidFill>
                  <a:schemeClr val="lt1"/>
                </a:solidFill>
                <a:latin typeface="Times New Roman"/>
                <a:ea typeface="Times New Roman"/>
                <a:cs typeface="Times New Roman"/>
                <a:sym typeface="Times New Roman"/>
              </a:rPr>
              <a:t> إِزَّيَّك يَا أَمِين، عَامِل إِيه؟</a:t>
            </a:r>
            <a:endParaRPr/>
          </a:p>
          <a:p>
            <a:pPr indent="0" lvl="0" marL="0" marR="0" rtl="0" algn="l">
              <a:spcBef>
                <a:spcPts val="0"/>
              </a:spcBef>
              <a:spcAft>
                <a:spcPts val="0"/>
              </a:spcAft>
              <a:buNone/>
            </a:pPr>
            <a:r>
              <a:rPr lang="it-IT" sz="3600">
                <a:solidFill>
                  <a:schemeClr val="lt1"/>
                </a:solidFill>
                <a:latin typeface="Times New Roman"/>
                <a:ea typeface="Times New Roman"/>
                <a:cs typeface="Times New Roman"/>
                <a:sym typeface="Times New Roman"/>
              </a:rPr>
              <a:t>Comment vas-tu Amine?</a:t>
            </a:r>
            <a:endParaRPr sz="3600">
              <a:solidFill>
                <a:schemeClr val="lt1"/>
              </a:solidFill>
              <a:latin typeface="Times New Roman"/>
              <a:ea typeface="Times New Roman"/>
              <a:cs typeface="Times New Roman"/>
              <a:sym typeface="Times New Roman"/>
            </a:endParaRPr>
          </a:p>
          <a:p>
            <a:pPr indent="0" lvl="0" marL="0" marR="0" rtl="0" algn="r">
              <a:spcBef>
                <a:spcPts val="0"/>
              </a:spcBef>
              <a:spcAft>
                <a:spcPts val="0"/>
              </a:spcAft>
              <a:buNone/>
            </a:pPr>
            <a:r>
              <a:rPr lang="it-IT" sz="3600">
                <a:solidFill>
                  <a:srgbClr val="0070C0"/>
                </a:solidFill>
                <a:latin typeface="Times New Roman"/>
                <a:ea typeface="Times New Roman"/>
                <a:cs typeface="Times New Roman"/>
                <a:sym typeface="Times New Roman"/>
              </a:rPr>
              <a:t>أَمِين:</a:t>
            </a:r>
            <a:r>
              <a:rPr lang="it-IT" sz="3600">
                <a:solidFill>
                  <a:schemeClr val="lt1"/>
                </a:solidFill>
                <a:latin typeface="Times New Roman"/>
                <a:ea typeface="Times New Roman"/>
                <a:cs typeface="Times New Roman"/>
                <a:sym typeface="Times New Roman"/>
              </a:rPr>
              <a:t> تَعْبَان قَوِي النَّهَار دَا، يَا خَالِد.</a:t>
            </a:r>
            <a:endParaRPr/>
          </a:p>
          <a:p>
            <a:pPr indent="0" lvl="0" marL="0" marR="0" rtl="0" algn="l">
              <a:spcBef>
                <a:spcPts val="0"/>
              </a:spcBef>
              <a:spcAft>
                <a:spcPts val="0"/>
              </a:spcAft>
              <a:buNone/>
            </a:pPr>
            <a:r>
              <a:rPr lang="it-IT" sz="3600">
                <a:solidFill>
                  <a:schemeClr val="lt1"/>
                </a:solidFill>
                <a:latin typeface="Times New Roman"/>
                <a:ea typeface="Times New Roman"/>
                <a:cs typeface="Times New Roman"/>
                <a:sym typeface="Times New Roman"/>
              </a:rPr>
              <a:t>Oh Khalid, je suis très fatigué aujourd’hui.</a:t>
            </a:r>
            <a:endParaRPr sz="3600">
              <a:solidFill>
                <a:schemeClr val="lt1"/>
              </a:solidFill>
              <a:latin typeface="Times New Roman"/>
              <a:ea typeface="Times New Roman"/>
              <a:cs typeface="Times New Roman"/>
              <a:sym typeface="Times New Roman"/>
            </a:endParaRPr>
          </a:p>
          <a:p>
            <a:pPr indent="0" lvl="0" marL="0" marR="0" rtl="0" algn="r">
              <a:spcBef>
                <a:spcPts val="0"/>
              </a:spcBef>
              <a:spcAft>
                <a:spcPts val="0"/>
              </a:spcAft>
              <a:buNone/>
            </a:pPr>
            <a:r>
              <a:rPr lang="it-IT" sz="3600">
                <a:solidFill>
                  <a:srgbClr val="0070C0"/>
                </a:solidFill>
                <a:latin typeface="Times New Roman"/>
                <a:ea typeface="Times New Roman"/>
                <a:cs typeface="Times New Roman"/>
                <a:sym typeface="Times New Roman"/>
              </a:rPr>
              <a:t>خ:</a:t>
            </a:r>
            <a:r>
              <a:rPr lang="it-IT" sz="3600">
                <a:solidFill>
                  <a:schemeClr val="lt1"/>
                </a:solidFill>
                <a:latin typeface="Times New Roman"/>
                <a:ea typeface="Times New Roman"/>
                <a:cs typeface="Times New Roman"/>
                <a:sym typeface="Times New Roman"/>
              </a:rPr>
              <a:t> تَعْبَان لِيه؟</a:t>
            </a:r>
            <a:endParaRPr/>
          </a:p>
          <a:p>
            <a:pPr indent="0" lvl="0" marL="0" marR="0" rtl="0" algn="l">
              <a:spcBef>
                <a:spcPts val="0"/>
              </a:spcBef>
              <a:spcAft>
                <a:spcPts val="0"/>
              </a:spcAft>
              <a:buNone/>
            </a:pPr>
            <a:r>
              <a:rPr lang="it-IT" sz="3600">
                <a:solidFill>
                  <a:schemeClr val="lt1"/>
                </a:solidFill>
                <a:latin typeface="Times New Roman"/>
                <a:ea typeface="Times New Roman"/>
                <a:cs typeface="Times New Roman"/>
                <a:sym typeface="Times New Roman"/>
              </a:rPr>
              <a:t>Pourquoi tu es fatigué?</a:t>
            </a:r>
            <a:endParaRPr sz="3600">
              <a:solidFill>
                <a:schemeClr val="lt1"/>
              </a:solidFill>
              <a:latin typeface="Times New Roman"/>
              <a:ea typeface="Times New Roman"/>
              <a:cs typeface="Times New Roman"/>
              <a:sym typeface="Times New Roman"/>
            </a:endParaRPr>
          </a:p>
          <a:p>
            <a:pPr indent="0" lvl="0" marL="0" marR="0" rtl="0" algn="r">
              <a:spcBef>
                <a:spcPts val="0"/>
              </a:spcBef>
              <a:spcAft>
                <a:spcPts val="0"/>
              </a:spcAft>
              <a:buNone/>
            </a:pPr>
            <a:r>
              <a:rPr lang="it-IT" sz="3600">
                <a:solidFill>
                  <a:srgbClr val="0070C0"/>
                </a:solidFill>
                <a:latin typeface="Times New Roman"/>
                <a:ea typeface="Times New Roman"/>
                <a:cs typeface="Times New Roman"/>
                <a:sym typeface="Times New Roman"/>
              </a:rPr>
              <a:t>أ:</a:t>
            </a:r>
            <a:r>
              <a:rPr lang="it-IT" sz="3600">
                <a:solidFill>
                  <a:schemeClr val="lt1"/>
                </a:solidFill>
                <a:latin typeface="Times New Roman"/>
                <a:ea typeface="Times New Roman"/>
                <a:cs typeface="Times New Roman"/>
                <a:sym typeface="Times New Roman"/>
              </a:rPr>
              <a:t> عَشَان بَصْحَ بَدْرِي قَوِي كُلِّ يُوم.</a:t>
            </a:r>
            <a:endParaRPr/>
          </a:p>
          <a:p>
            <a:pPr indent="0" lvl="0" marL="0" marR="0" rtl="0" algn="l">
              <a:spcBef>
                <a:spcPts val="0"/>
              </a:spcBef>
              <a:spcAft>
                <a:spcPts val="0"/>
              </a:spcAft>
              <a:buNone/>
            </a:pPr>
            <a:r>
              <a:rPr lang="it-IT" sz="3600">
                <a:solidFill>
                  <a:schemeClr val="lt1"/>
                </a:solidFill>
                <a:latin typeface="Times New Roman"/>
                <a:ea typeface="Times New Roman"/>
                <a:cs typeface="Times New Roman"/>
                <a:sym typeface="Times New Roman"/>
              </a:rPr>
              <a:t>Parce que je me réveille très tôt chaque jour.</a:t>
            </a:r>
            <a:endParaRPr sz="3600">
              <a:solidFill>
                <a:schemeClr val="lt1"/>
              </a:solidFill>
              <a:latin typeface="Times New Roman"/>
              <a:ea typeface="Times New Roman"/>
              <a:cs typeface="Times New Roman"/>
              <a:sym typeface="Times New Roman"/>
            </a:endParaRPr>
          </a:p>
          <a:p>
            <a:pPr indent="0" lvl="0" marL="0" marR="0" rtl="0" algn="r">
              <a:spcBef>
                <a:spcPts val="0"/>
              </a:spcBef>
              <a:spcAft>
                <a:spcPts val="0"/>
              </a:spcAft>
              <a:buNone/>
            </a:pPr>
            <a:r>
              <a:rPr lang="it-IT" sz="3600">
                <a:solidFill>
                  <a:srgbClr val="0070C0"/>
                </a:solidFill>
                <a:latin typeface="Times New Roman"/>
                <a:ea typeface="Times New Roman"/>
                <a:cs typeface="Times New Roman"/>
                <a:sym typeface="Times New Roman"/>
              </a:rPr>
              <a:t>خ:</a:t>
            </a:r>
            <a:r>
              <a:rPr lang="it-IT" sz="3600">
                <a:solidFill>
                  <a:schemeClr val="lt1"/>
                </a:solidFill>
                <a:latin typeface="Times New Roman"/>
                <a:ea typeface="Times New Roman"/>
                <a:cs typeface="Times New Roman"/>
                <a:sym typeface="Times New Roman"/>
              </a:rPr>
              <a:t> لِيه بِتِصْحَ بَدْرِي كُلِّ يُوم؟ بِتِعْمِل إِيه كُلِّ يُوم؟</a:t>
            </a:r>
            <a:endParaRPr/>
          </a:p>
          <a:p>
            <a:pPr indent="0" lvl="0" marL="0" marR="0" rtl="0" algn="l">
              <a:spcBef>
                <a:spcPts val="0"/>
              </a:spcBef>
              <a:spcAft>
                <a:spcPts val="0"/>
              </a:spcAft>
              <a:buNone/>
            </a:pPr>
            <a:r>
              <a:rPr lang="it-IT" sz="3600">
                <a:solidFill>
                  <a:schemeClr val="lt1"/>
                </a:solidFill>
                <a:latin typeface="Times New Roman"/>
                <a:ea typeface="Times New Roman"/>
                <a:cs typeface="Times New Roman"/>
                <a:sym typeface="Times New Roman"/>
              </a:rPr>
              <a:t>Pourquoi tu te réveilles tôt chaque jour? Qu’est-ce que tu fais?</a:t>
            </a:r>
            <a:endParaRPr sz="36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p:nvPr/>
        </p:nvSpPr>
        <p:spPr>
          <a:xfrm>
            <a:off x="0" y="0"/>
            <a:ext cx="12192000" cy="6858000"/>
          </a:xfrm>
          <a:prstGeom prst="rect">
            <a:avLst/>
          </a:prstGeom>
          <a:solidFill>
            <a:srgbClr val="7B4521"/>
          </a:solidFill>
          <a:ln cap="flat" cmpd="sng" w="12700">
            <a:solidFill>
              <a:srgbClr val="9B694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lang="it-IT" sz="3600">
                <a:solidFill>
                  <a:srgbClr val="0070C0"/>
                </a:solidFill>
                <a:latin typeface="Times New Roman"/>
                <a:ea typeface="Times New Roman"/>
                <a:cs typeface="Times New Roman"/>
                <a:sym typeface="Times New Roman"/>
              </a:rPr>
              <a:t>أ: </a:t>
            </a:r>
            <a:r>
              <a:rPr lang="it-IT" sz="3600">
                <a:solidFill>
                  <a:schemeClr val="lt1"/>
                </a:solidFill>
                <a:latin typeface="Times New Roman"/>
                <a:ea typeface="Times New Roman"/>
                <a:cs typeface="Times New Roman"/>
                <a:sym typeface="Times New Roman"/>
              </a:rPr>
              <a:t>بَصْحَ الصُّبْح السَّاعَة خَمْسَة، وِبَاخُد دُشّ السَّاعَة خَمْسَة وْنُصّ، وِبَشْرَب قَهْوَة السَّاعَة سِتَّة الصُّبْح.</a:t>
            </a:r>
            <a:endParaRPr sz="3600">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lang="it-IT" sz="3600">
                <a:solidFill>
                  <a:schemeClr val="lt1"/>
                </a:solidFill>
                <a:latin typeface="Times New Roman"/>
                <a:ea typeface="Times New Roman"/>
                <a:cs typeface="Times New Roman"/>
                <a:sym typeface="Times New Roman"/>
              </a:rPr>
              <a:t>Je me réveille à 5 heures, je prends ma douche à 5h 30min et je bois un café à 6 heures du matin.</a:t>
            </a:r>
            <a:endParaRPr/>
          </a:p>
          <a:p>
            <a:pPr indent="0" lvl="0" marL="0" marR="0" rtl="0" algn="r">
              <a:spcBef>
                <a:spcPts val="0"/>
              </a:spcBef>
              <a:spcAft>
                <a:spcPts val="0"/>
              </a:spcAft>
              <a:buNone/>
            </a:pPr>
            <a:r>
              <a:rPr lang="it-IT" sz="3600">
                <a:solidFill>
                  <a:srgbClr val="0070C0"/>
                </a:solidFill>
                <a:latin typeface="Times New Roman"/>
                <a:ea typeface="Times New Roman"/>
                <a:cs typeface="Times New Roman"/>
                <a:sym typeface="Times New Roman"/>
              </a:rPr>
              <a:t>خ: </a:t>
            </a:r>
            <a:r>
              <a:rPr lang="it-IT" sz="3600">
                <a:solidFill>
                  <a:schemeClr val="lt1"/>
                </a:solidFill>
                <a:latin typeface="Times New Roman"/>
                <a:ea typeface="Times New Roman"/>
                <a:cs typeface="Times New Roman"/>
                <a:sym typeface="Times New Roman"/>
              </a:rPr>
              <a:t>يَاه، بِتِصْحَ السَّاعَة خَمْسَة الصُّبْح، بَدْرِي قَوِي. وِبَعْدِين؟</a:t>
            </a:r>
            <a:endParaRPr/>
          </a:p>
          <a:p>
            <a:pPr indent="0" lvl="0" marL="0" marR="0" rtl="0" algn="l">
              <a:spcBef>
                <a:spcPts val="0"/>
              </a:spcBef>
              <a:spcAft>
                <a:spcPts val="0"/>
              </a:spcAft>
              <a:buNone/>
            </a:pPr>
            <a:r>
              <a:rPr lang="it-IT" sz="3600">
                <a:solidFill>
                  <a:schemeClr val="lt1"/>
                </a:solidFill>
                <a:latin typeface="Times New Roman"/>
                <a:ea typeface="Times New Roman"/>
                <a:cs typeface="Times New Roman"/>
                <a:sym typeface="Times New Roman"/>
              </a:rPr>
              <a:t>Wow, tu te réveilles à 5 heures du matin, c’est très tôt. Ensuite?</a:t>
            </a:r>
            <a:endParaRPr sz="3600">
              <a:solidFill>
                <a:schemeClr val="lt1"/>
              </a:solidFill>
              <a:latin typeface="Times New Roman"/>
              <a:ea typeface="Times New Roman"/>
              <a:cs typeface="Times New Roman"/>
              <a:sym typeface="Times New Roman"/>
            </a:endParaRPr>
          </a:p>
          <a:p>
            <a:pPr indent="0" lvl="0" marL="0" marR="0" rtl="0" algn="r">
              <a:spcBef>
                <a:spcPts val="0"/>
              </a:spcBef>
              <a:spcAft>
                <a:spcPts val="0"/>
              </a:spcAft>
              <a:buNone/>
            </a:pPr>
            <a:r>
              <a:rPr lang="it-IT" sz="3600">
                <a:solidFill>
                  <a:srgbClr val="0070C0"/>
                </a:solidFill>
                <a:latin typeface="Times New Roman"/>
                <a:ea typeface="Times New Roman"/>
                <a:cs typeface="Times New Roman"/>
                <a:sym typeface="Times New Roman"/>
              </a:rPr>
              <a:t>أ: </a:t>
            </a:r>
            <a:r>
              <a:rPr lang="it-IT" sz="3600">
                <a:solidFill>
                  <a:schemeClr val="lt1"/>
                </a:solidFill>
                <a:latin typeface="Times New Roman"/>
                <a:ea typeface="Times New Roman"/>
                <a:cs typeface="Times New Roman"/>
                <a:sym typeface="Times New Roman"/>
              </a:rPr>
              <a:t>بَعْدِ الْقَهْوَة بَخْرُج مِنِ الْبِيت وِبَاخُد الْأُتُوبِيس لِلشُّغْل.</a:t>
            </a:r>
            <a:endParaRPr sz="3600">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lang="it-IT" sz="3600">
                <a:solidFill>
                  <a:schemeClr val="lt1"/>
                </a:solidFill>
                <a:latin typeface="Times New Roman"/>
                <a:ea typeface="Times New Roman"/>
                <a:cs typeface="Times New Roman"/>
                <a:sym typeface="Times New Roman"/>
              </a:rPr>
              <a:t>Après le café, je sors de la maison et je prends le bus pour aller au travail.</a:t>
            </a:r>
            <a:endParaRPr sz="3600">
              <a:solidFill>
                <a:schemeClr val="lt1"/>
              </a:solidFill>
              <a:latin typeface="Times New Roman"/>
              <a:ea typeface="Times New Roman"/>
              <a:cs typeface="Times New Roman"/>
              <a:sym typeface="Times New Roman"/>
            </a:endParaRPr>
          </a:p>
          <a:p>
            <a:pPr indent="0" lvl="0" marL="0" marR="0" rtl="0" algn="r">
              <a:spcBef>
                <a:spcPts val="0"/>
              </a:spcBef>
              <a:spcAft>
                <a:spcPts val="0"/>
              </a:spcAft>
              <a:buNone/>
            </a:pPr>
            <a:r>
              <a:t/>
            </a:r>
            <a:endParaRPr sz="36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6"/>
          <p:cNvSpPr/>
          <p:nvPr/>
        </p:nvSpPr>
        <p:spPr>
          <a:xfrm>
            <a:off x="0" y="0"/>
            <a:ext cx="12192000" cy="6858000"/>
          </a:xfrm>
          <a:prstGeom prst="rect">
            <a:avLst/>
          </a:prstGeom>
          <a:solidFill>
            <a:srgbClr val="7B4521"/>
          </a:solidFill>
          <a:ln cap="flat" cmpd="sng" w="12700">
            <a:solidFill>
              <a:srgbClr val="9B694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3600">
              <a:solidFill>
                <a:schemeClr val="lt1"/>
              </a:solidFill>
              <a:latin typeface="Times New Roman"/>
              <a:ea typeface="Times New Roman"/>
              <a:cs typeface="Times New Roman"/>
              <a:sym typeface="Times New Roman"/>
            </a:endParaRPr>
          </a:p>
          <a:p>
            <a:pPr indent="0" lvl="0" marL="0" marR="0" rtl="0" algn="r">
              <a:spcBef>
                <a:spcPts val="0"/>
              </a:spcBef>
              <a:spcAft>
                <a:spcPts val="0"/>
              </a:spcAft>
              <a:buNone/>
            </a:pPr>
            <a:r>
              <a:rPr lang="it-IT" sz="3600">
                <a:solidFill>
                  <a:srgbClr val="0070C0"/>
                </a:solidFill>
                <a:latin typeface="Times New Roman"/>
                <a:ea typeface="Times New Roman"/>
                <a:cs typeface="Times New Roman"/>
                <a:sym typeface="Times New Roman"/>
              </a:rPr>
              <a:t>خ: </a:t>
            </a:r>
            <a:r>
              <a:rPr lang="it-IT" sz="3600">
                <a:solidFill>
                  <a:schemeClr val="lt1"/>
                </a:solidFill>
                <a:latin typeface="Times New Roman"/>
                <a:ea typeface="Times New Roman"/>
                <a:cs typeface="Times New Roman"/>
                <a:sym typeface="Times New Roman"/>
              </a:rPr>
              <a:t>وِبِتِوْصَل الشُّغْلِ إِمْتَى؟</a:t>
            </a:r>
            <a:endParaRPr/>
          </a:p>
          <a:p>
            <a:pPr indent="0" lvl="0" marL="0" marR="0" rtl="0" algn="l">
              <a:spcBef>
                <a:spcPts val="0"/>
              </a:spcBef>
              <a:spcAft>
                <a:spcPts val="0"/>
              </a:spcAft>
              <a:buNone/>
            </a:pPr>
            <a:r>
              <a:rPr lang="it-IT" sz="3600">
                <a:solidFill>
                  <a:schemeClr val="lt1"/>
                </a:solidFill>
                <a:latin typeface="Times New Roman"/>
                <a:ea typeface="Times New Roman"/>
                <a:cs typeface="Times New Roman"/>
                <a:sym typeface="Times New Roman"/>
              </a:rPr>
              <a:t>Quand est-ce tu arrives au travail?</a:t>
            </a:r>
            <a:endParaRPr sz="3600">
              <a:solidFill>
                <a:schemeClr val="lt1"/>
              </a:solidFill>
              <a:latin typeface="Times New Roman"/>
              <a:ea typeface="Times New Roman"/>
              <a:cs typeface="Times New Roman"/>
              <a:sym typeface="Times New Roman"/>
            </a:endParaRPr>
          </a:p>
          <a:p>
            <a:pPr indent="0" lvl="0" marL="0" marR="0" rtl="0" algn="r">
              <a:spcBef>
                <a:spcPts val="0"/>
              </a:spcBef>
              <a:spcAft>
                <a:spcPts val="0"/>
              </a:spcAft>
              <a:buNone/>
            </a:pPr>
            <a:r>
              <a:rPr lang="it-IT" sz="3600">
                <a:solidFill>
                  <a:srgbClr val="0070C0"/>
                </a:solidFill>
                <a:latin typeface="Times New Roman"/>
                <a:ea typeface="Times New Roman"/>
                <a:cs typeface="Times New Roman"/>
                <a:sym typeface="Times New Roman"/>
              </a:rPr>
              <a:t>أ: </a:t>
            </a:r>
            <a:r>
              <a:rPr lang="it-IT" sz="3600">
                <a:solidFill>
                  <a:schemeClr val="lt1"/>
                </a:solidFill>
                <a:latin typeface="Times New Roman"/>
                <a:ea typeface="Times New Roman"/>
                <a:cs typeface="Times New Roman"/>
                <a:sym typeface="Times New Roman"/>
              </a:rPr>
              <a:t>بَوْصَلِ الشُّغْل السَّاعَة سَبْعَة الصُّبْح.</a:t>
            </a:r>
            <a:endParaRPr sz="3600">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lang="it-IT" sz="3600">
                <a:solidFill>
                  <a:schemeClr val="lt1"/>
                </a:solidFill>
                <a:latin typeface="Times New Roman"/>
                <a:ea typeface="Times New Roman"/>
                <a:cs typeface="Times New Roman"/>
                <a:sym typeface="Times New Roman"/>
              </a:rPr>
              <a:t>J’arrive au boulot à 7 heures du matin.</a:t>
            </a:r>
            <a:endParaRPr/>
          </a:p>
          <a:p>
            <a:pPr indent="0" lvl="0" marL="0" marR="0" rtl="0" algn="r">
              <a:spcBef>
                <a:spcPts val="0"/>
              </a:spcBef>
              <a:spcAft>
                <a:spcPts val="0"/>
              </a:spcAft>
              <a:buNone/>
            </a:pPr>
            <a:r>
              <a:t/>
            </a:r>
            <a:endParaRPr sz="3600">
              <a:solidFill>
                <a:schemeClr val="lt1"/>
              </a:solidFill>
              <a:latin typeface="Times New Roman"/>
              <a:ea typeface="Times New Roman"/>
              <a:cs typeface="Times New Roman"/>
              <a:sym typeface="Times New Roman"/>
            </a:endParaRPr>
          </a:p>
          <a:p>
            <a:pPr indent="0" lvl="0" marL="0" marR="0" rtl="0" algn="r">
              <a:spcBef>
                <a:spcPts val="0"/>
              </a:spcBef>
              <a:spcAft>
                <a:spcPts val="0"/>
              </a:spcAft>
              <a:buNone/>
            </a:pPr>
            <a:r>
              <a:rPr lang="it-IT" sz="3600">
                <a:solidFill>
                  <a:srgbClr val="0070C0"/>
                </a:solidFill>
                <a:latin typeface="Times New Roman"/>
                <a:ea typeface="Times New Roman"/>
                <a:cs typeface="Times New Roman"/>
                <a:sym typeface="Times New Roman"/>
              </a:rPr>
              <a:t>خ: </a:t>
            </a:r>
            <a:r>
              <a:rPr lang="it-IT" sz="3600">
                <a:solidFill>
                  <a:schemeClr val="lt1"/>
                </a:solidFill>
                <a:latin typeface="Times New Roman"/>
                <a:ea typeface="Times New Roman"/>
                <a:cs typeface="Times New Roman"/>
                <a:sym typeface="Times New Roman"/>
              </a:rPr>
              <a:t>وِبْتِرْجَع الْبِيت إِمْتَى؟</a:t>
            </a:r>
            <a:endParaRPr/>
          </a:p>
          <a:p>
            <a:pPr indent="0" lvl="0" marL="0" marR="0" rtl="0" algn="l">
              <a:spcBef>
                <a:spcPts val="0"/>
              </a:spcBef>
              <a:spcAft>
                <a:spcPts val="0"/>
              </a:spcAft>
              <a:buNone/>
            </a:pPr>
            <a:r>
              <a:rPr lang="it-IT" sz="3600">
                <a:solidFill>
                  <a:schemeClr val="lt1"/>
                </a:solidFill>
                <a:latin typeface="Times New Roman"/>
                <a:ea typeface="Times New Roman"/>
                <a:cs typeface="Times New Roman"/>
                <a:sym typeface="Times New Roman"/>
              </a:rPr>
              <a:t>Quand tu reviens à la maison?</a:t>
            </a:r>
            <a:endParaRPr sz="3600">
              <a:solidFill>
                <a:schemeClr val="lt1"/>
              </a:solidFill>
              <a:latin typeface="Times New Roman"/>
              <a:ea typeface="Times New Roman"/>
              <a:cs typeface="Times New Roman"/>
              <a:sym typeface="Times New Roman"/>
            </a:endParaRPr>
          </a:p>
          <a:p>
            <a:pPr indent="0" lvl="0" marL="0" marR="0" rtl="0" algn="r">
              <a:spcBef>
                <a:spcPts val="0"/>
              </a:spcBef>
              <a:spcAft>
                <a:spcPts val="0"/>
              </a:spcAft>
              <a:buNone/>
            </a:pPr>
            <a:r>
              <a:rPr lang="it-IT" sz="3600">
                <a:solidFill>
                  <a:srgbClr val="0070C0"/>
                </a:solidFill>
                <a:latin typeface="Times New Roman"/>
                <a:ea typeface="Times New Roman"/>
                <a:cs typeface="Times New Roman"/>
                <a:sym typeface="Times New Roman"/>
              </a:rPr>
              <a:t>أ:</a:t>
            </a:r>
            <a:r>
              <a:rPr lang="it-IT" sz="3600">
                <a:solidFill>
                  <a:schemeClr val="lt1"/>
                </a:solidFill>
                <a:latin typeface="Times New Roman"/>
                <a:ea typeface="Times New Roman"/>
                <a:cs typeface="Times New Roman"/>
                <a:sym typeface="Times New Roman"/>
              </a:rPr>
              <a:t> بَرْجَع الْبِيت السَّاعَة خَمْسَة.</a:t>
            </a:r>
            <a:endParaRPr sz="3600">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lang="it-IT" sz="3600">
                <a:solidFill>
                  <a:schemeClr val="lt1"/>
                </a:solidFill>
                <a:latin typeface="Times New Roman"/>
                <a:ea typeface="Times New Roman"/>
                <a:cs typeface="Times New Roman"/>
                <a:sym typeface="Times New Roman"/>
              </a:rPr>
              <a:t>Je rentre à 17 heures.</a:t>
            </a:r>
            <a:endParaRPr sz="36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7"/>
          <p:cNvSpPr/>
          <p:nvPr/>
        </p:nvSpPr>
        <p:spPr>
          <a:xfrm>
            <a:off x="0" y="0"/>
            <a:ext cx="12192000" cy="6858000"/>
          </a:xfrm>
          <a:prstGeom prst="rect">
            <a:avLst/>
          </a:prstGeom>
          <a:solidFill>
            <a:srgbClr val="7B4521"/>
          </a:solidFill>
          <a:ln cap="flat" cmpd="sng" w="12700">
            <a:solidFill>
              <a:srgbClr val="9B694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3600">
              <a:solidFill>
                <a:schemeClr val="lt1"/>
              </a:solidFill>
              <a:latin typeface="Times New Roman"/>
              <a:ea typeface="Times New Roman"/>
              <a:cs typeface="Times New Roman"/>
              <a:sym typeface="Times New Roman"/>
            </a:endParaRPr>
          </a:p>
          <a:p>
            <a:pPr indent="0" lvl="0" marL="0" marR="0" rtl="0" algn="r">
              <a:spcBef>
                <a:spcPts val="0"/>
              </a:spcBef>
              <a:spcAft>
                <a:spcPts val="0"/>
              </a:spcAft>
              <a:buNone/>
            </a:pPr>
            <a:r>
              <a:rPr lang="it-IT" sz="3600">
                <a:solidFill>
                  <a:srgbClr val="0070C0"/>
                </a:solidFill>
                <a:latin typeface="Times New Roman"/>
                <a:ea typeface="Times New Roman"/>
                <a:cs typeface="Times New Roman"/>
                <a:sym typeface="Times New Roman"/>
              </a:rPr>
              <a:t>خ: </a:t>
            </a:r>
            <a:r>
              <a:rPr lang="it-IT" sz="3600">
                <a:solidFill>
                  <a:schemeClr val="lt1"/>
                </a:solidFill>
                <a:latin typeface="Times New Roman"/>
                <a:ea typeface="Times New Roman"/>
                <a:cs typeface="Times New Roman"/>
                <a:sym typeface="Times New Roman"/>
              </a:rPr>
              <a:t>وِبَعْدِين بِتِعْمَل إِيه؟</a:t>
            </a:r>
            <a:endParaRPr sz="3600">
              <a:solidFill>
                <a:schemeClr val="lt1"/>
              </a:solidFill>
              <a:latin typeface="Times New Roman"/>
              <a:ea typeface="Times New Roman"/>
              <a:cs typeface="Times New Roman"/>
              <a:sym typeface="Times New Roman"/>
            </a:endParaRPr>
          </a:p>
          <a:p>
            <a:pPr indent="0" lvl="0" marL="0" marR="0" rtl="0" algn="r">
              <a:spcBef>
                <a:spcPts val="0"/>
              </a:spcBef>
              <a:spcAft>
                <a:spcPts val="0"/>
              </a:spcAft>
              <a:buNone/>
            </a:pPr>
            <a:r>
              <a:t/>
            </a:r>
            <a:endParaRPr sz="3600">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lang="it-IT" sz="3600">
                <a:solidFill>
                  <a:schemeClr val="lt1"/>
                </a:solidFill>
                <a:latin typeface="Times New Roman"/>
                <a:ea typeface="Times New Roman"/>
                <a:cs typeface="Times New Roman"/>
                <a:sym typeface="Times New Roman"/>
              </a:rPr>
              <a:t>Et après, tu fais quoi?</a:t>
            </a:r>
            <a:endParaRPr/>
          </a:p>
          <a:p>
            <a:pPr indent="0" lvl="0" marL="0" marR="0" rtl="0" algn="r">
              <a:spcBef>
                <a:spcPts val="0"/>
              </a:spcBef>
              <a:spcAft>
                <a:spcPts val="0"/>
              </a:spcAft>
              <a:buNone/>
            </a:pPr>
            <a:r>
              <a:t/>
            </a:r>
            <a:endParaRPr sz="3600">
              <a:solidFill>
                <a:schemeClr val="lt1"/>
              </a:solidFill>
              <a:latin typeface="Times New Roman"/>
              <a:ea typeface="Times New Roman"/>
              <a:cs typeface="Times New Roman"/>
              <a:sym typeface="Times New Roman"/>
            </a:endParaRPr>
          </a:p>
          <a:p>
            <a:pPr indent="0" lvl="0" marL="0" marR="0" rtl="0" algn="r">
              <a:spcBef>
                <a:spcPts val="0"/>
              </a:spcBef>
              <a:spcAft>
                <a:spcPts val="0"/>
              </a:spcAft>
              <a:buNone/>
            </a:pPr>
            <a:r>
              <a:t/>
            </a:r>
            <a:endParaRPr sz="3600">
              <a:solidFill>
                <a:schemeClr val="lt1"/>
              </a:solidFill>
              <a:latin typeface="Times New Roman"/>
              <a:ea typeface="Times New Roman"/>
              <a:cs typeface="Times New Roman"/>
              <a:sym typeface="Times New Roman"/>
            </a:endParaRPr>
          </a:p>
          <a:p>
            <a:pPr indent="0" lvl="0" marL="0" marR="0" rtl="0" algn="r">
              <a:spcBef>
                <a:spcPts val="0"/>
              </a:spcBef>
              <a:spcAft>
                <a:spcPts val="0"/>
              </a:spcAft>
              <a:buNone/>
            </a:pPr>
            <a:r>
              <a:rPr lang="it-IT" sz="3600">
                <a:solidFill>
                  <a:srgbClr val="0070C0"/>
                </a:solidFill>
                <a:latin typeface="Times New Roman"/>
                <a:ea typeface="Times New Roman"/>
                <a:cs typeface="Times New Roman"/>
                <a:sym typeface="Times New Roman"/>
              </a:rPr>
              <a:t>أ: </a:t>
            </a:r>
            <a:r>
              <a:rPr lang="it-IT" sz="3600">
                <a:solidFill>
                  <a:schemeClr val="lt1"/>
                </a:solidFill>
                <a:latin typeface="Times New Roman"/>
                <a:ea typeface="Times New Roman"/>
                <a:cs typeface="Times New Roman"/>
                <a:sym typeface="Times New Roman"/>
              </a:rPr>
              <a:t>بَاكُل حَاجَة وِبَنَام السَّاعَة عَشَرَة بِالّليل. وِانْتَ يَا خَالِد، بِتِعْمَل إِيه بَعْدِ الشُّغْل؟</a:t>
            </a:r>
            <a:endParaRPr sz="3600">
              <a:solidFill>
                <a:schemeClr val="lt1"/>
              </a:solidFill>
              <a:latin typeface="Times New Roman"/>
              <a:ea typeface="Times New Roman"/>
              <a:cs typeface="Times New Roman"/>
              <a:sym typeface="Times New Roman"/>
            </a:endParaRPr>
          </a:p>
          <a:p>
            <a:pPr indent="0" lvl="0" marL="0" marR="0" rtl="0" algn="r">
              <a:spcBef>
                <a:spcPts val="0"/>
              </a:spcBef>
              <a:spcAft>
                <a:spcPts val="0"/>
              </a:spcAft>
              <a:buNone/>
            </a:pPr>
            <a:r>
              <a:t/>
            </a:r>
            <a:endParaRPr sz="3600">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lang="it-IT" sz="3600">
                <a:solidFill>
                  <a:schemeClr val="lt1"/>
                </a:solidFill>
                <a:latin typeface="Times New Roman"/>
                <a:ea typeface="Times New Roman"/>
                <a:cs typeface="Times New Roman"/>
                <a:sym typeface="Times New Roman"/>
              </a:rPr>
              <a:t>Je mange quelques choses et je dors à 10 h du soir. Et toi Khalid, tu fais quoi après le boulot?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8"/>
          <p:cNvSpPr/>
          <p:nvPr/>
        </p:nvSpPr>
        <p:spPr>
          <a:xfrm>
            <a:off x="0" y="0"/>
            <a:ext cx="12192000" cy="6858000"/>
          </a:xfrm>
          <a:prstGeom prst="rect">
            <a:avLst/>
          </a:prstGeom>
          <a:solidFill>
            <a:srgbClr val="7B4521"/>
          </a:solidFill>
          <a:ln cap="flat" cmpd="sng" w="12700">
            <a:solidFill>
              <a:srgbClr val="9B694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lang="it-IT" sz="3600">
                <a:solidFill>
                  <a:srgbClr val="0070C0"/>
                </a:solidFill>
                <a:latin typeface="Times New Roman"/>
                <a:ea typeface="Times New Roman"/>
                <a:cs typeface="Times New Roman"/>
                <a:sym typeface="Times New Roman"/>
              </a:rPr>
              <a:t>خ: </a:t>
            </a:r>
            <a:r>
              <a:rPr lang="it-IT" sz="3600">
                <a:solidFill>
                  <a:schemeClr val="lt1"/>
                </a:solidFill>
                <a:latin typeface="Times New Roman"/>
                <a:ea typeface="Times New Roman"/>
                <a:cs typeface="Times New Roman"/>
                <a:sym typeface="Times New Roman"/>
              </a:rPr>
              <a:t>أَنَا يُومِي طَوِيل أَوِي، بَعْدِ الشُّغْل بَرُوح السُّوق أَشْتِرِي حَاجَات لِلْبِيت، وِبَعْدِين بَرُوح وِسْطِ الْبَلَد عَشَان أَجِيب أَوْلَادِي مِن الْمَدْرَسَة. وْبَعْدِين، بَرُوح مَدِينِةْ نَصْر أَجِيب مِرَاتِي مِن الشُّغْل. وِبَعْدِين بِنْرَوَّح الْبِيت مَعَ بَعْض. طَبْعًا بَرَوَّح تَعْبَان قَوِي وْبَنَام عَلَى طُول.</a:t>
            </a:r>
            <a:endParaRPr sz="3600">
              <a:solidFill>
                <a:schemeClr val="lt1"/>
              </a:solidFill>
              <a:latin typeface="Times New Roman"/>
              <a:ea typeface="Times New Roman"/>
              <a:cs typeface="Times New Roman"/>
              <a:sym typeface="Times New Roman"/>
            </a:endParaRPr>
          </a:p>
          <a:p>
            <a:pPr indent="0" lvl="0" marL="0" marR="0" rtl="0" algn="r">
              <a:spcBef>
                <a:spcPts val="0"/>
              </a:spcBef>
              <a:spcAft>
                <a:spcPts val="0"/>
              </a:spcAft>
              <a:buNone/>
            </a:pPr>
            <a:r>
              <a:t/>
            </a:r>
            <a:endParaRPr sz="3600">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lang="it-IT" sz="3600">
                <a:solidFill>
                  <a:schemeClr val="lt1"/>
                </a:solidFill>
                <a:latin typeface="Times New Roman"/>
                <a:ea typeface="Times New Roman"/>
                <a:cs typeface="Times New Roman"/>
                <a:sym typeface="Times New Roman"/>
              </a:rPr>
              <a:t>Ma journée est très longue, après le travail je vais au marché pour acheter des choses pour la maison, après je vais au centre ville pour retirer mes enfants de l’école. Ensuite, je pars chercher ma femme à son travail à «Medinat Nasr». Puis, nous rentrons ensemble.</a:t>
            </a:r>
            <a:endParaRPr/>
          </a:p>
          <a:p>
            <a:pPr indent="0" lvl="0" marL="0" marR="0" rtl="0" algn="l">
              <a:spcBef>
                <a:spcPts val="0"/>
              </a:spcBef>
              <a:spcAft>
                <a:spcPts val="0"/>
              </a:spcAft>
              <a:buNone/>
            </a:pPr>
            <a:r>
              <a:rPr lang="it-IT" sz="3600">
                <a:solidFill>
                  <a:schemeClr val="lt1"/>
                </a:solidFill>
                <a:latin typeface="Times New Roman"/>
                <a:ea typeface="Times New Roman"/>
                <a:cs typeface="Times New Roman"/>
                <a:sym typeface="Times New Roman"/>
              </a:rPr>
              <a:t>Bien sûr je rentre chez moi très fatigué et je dors tout suite.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9"/>
          <p:cNvSpPr/>
          <p:nvPr/>
        </p:nvSpPr>
        <p:spPr>
          <a:xfrm>
            <a:off x="0" y="0"/>
            <a:ext cx="12192000" cy="6858000"/>
          </a:xfrm>
          <a:prstGeom prst="rect">
            <a:avLst/>
          </a:prstGeom>
          <a:solidFill>
            <a:srgbClr val="7B4521"/>
          </a:solidFill>
          <a:ln cap="flat" cmpd="sng" w="12700">
            <a:solidFill>
              <a:srgbClr val="9B694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lang="it-IT" sz="3600">
                <a:solidFill>
                  <a:srgbClr val="0070C0"/>
                </a:solidFill>
                <a:latin typeface="Times New Roman"/>
                <a:ea typeface="Times New Roman"/>
                <a:cs typeface="Times New Roman"/>
                <a:sym typeface="Times New Roman"/>
              </a:rPr>
              <a:t>أ: </a:t>
            </a:r>
            <a:r>
              <a:rPr lang="it-IT" sz="3600">
                <a:solidFill>
                  <a:schemeClr val="lt1"/>
                </a:solidFill>
                <a:latin typeface="Times New Roman"/>
                <a:ea typeface="Times New Roman"/>
                <a:cs typeface="Times New Roman"/>
                <a:sym typeface="Times New Roman"/>
              </a:rPr>
              <a:t>وْبِتِصْحَ الصُّبْح السَّاعَة كَم؟</a:t>
            </a:r>
            <a:endParaRPr sz="3600">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lang="it-IT" sz="3600">
                <a:solidFill>
                  <a:schemeClr val="lt1"/>
                </a:solidFill>
                <a:latin typeface="Times New Roman"/>
                <a:ea typeface="Times New Roman"/>
                <a:cs typeface="Times New Roman"/>
                <a:sym typeface="Times New Roman"/>
              </a:rPr>
              <a:t>Et tu te réveilles à quelle heure le matin?</a:t>
            </a:r>
            <a:endParaRPr sz="3600">
              <a:solidFill>
                <a:schemeClr val="lt1"/>
              </a:solidFill>
              <a:latin typeface="Times New Roman"/>
              <a:ea typeface="Times New Roman"/>
              <a:cs typeface="Times New Roman"/>
              <a:sym typeface="Times New Roman"/>
            </a:endParaRPr>
          </a:p>
          <a:p>
            <a:pPr indent="0" lvl="0" marL="0" marR="0" rtl="0" algn="r">
              <a:spcBef>
                <a:spcPts val="0"/>
              </a:spcBef>
              <a:spcAft>
                <a:spcPts val="0"/>
              </a:spcAft>
              <a:buNone/>
            </a:pPr>
            <a:r>
              <a:rPr lang="it-IT" sz="3600">
                <a:solidFill>
                  <a:srgbClr val="0070C0"/>
                </a:solidFill>
                <a:latin typeface="Times New Roman"/>
                <a:ea typeface="Times New Roman"/>
                <a:cs typeface="Times New Roman"/>
                <a:sym typeface="Times New Roman"/>
              </a:rPr>
              <a:t>خ: </a:t>
            </a:r>
            <a:r>
              <a:rPr lang="it-IT" sz="3600">
                <a:solidFill>
                  <a:schemeClr val="lt1"/>
                </a:solidFill>
                <a:latin typeface="Times New Roman"/>
                <a:ea typeface="Times New Roman"/>
                <a:cs typeface="Times New Roman"/>
                <a:sym typeface="Times New Roman"/>
              </a:rPr>
              <a:t>بَصْحَ السَّاعَة عَشَرَة الصُّبْح.</a:t>
            </a:r>
            <a:endParaRPr sz="3600">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lang="it-IT" sz="3600">
                <a:solidFill>
                  <a:schemeClr val="lt1"/>
                </a:solidFill>
                <a:latin typeface="Times New Roman"/>
                <a:ea typeface="Times New Roman"/>
                <a:cs typeface="Times New Roman"/>
                <a:sym typeface="Times New Roman"/>
              </a:rPr>
              <a:t>Je me réveille à 10 h.</a:t>
            </a:r>
            <a:endParaRPr sz="3600">
              <a:solidFill>
                <a:schemeClr val="lt1"/>
              </a:solidFill>
              <a:latin typeface="Times New Roman"/>
              <a:ea typeface="Times New Roman"/>
              <a:cs typeface="Times New Roman"/>
              <a:sym typeface="Times New Roman"/>
            </a:endParaRPr>
          </a:p>
          <a:p>
            <a:pPr indent="0" lvl="0" marL="0" marR="0" rtl="0" algn="r">
              <a:spcBef>
                <a:spcPts val="0"/>
              </a:spcBef>
              <a:spcAft>
                <a:spcPts val="0"/>
              </a:spcAft>
              <a:buNone/>
            </a:pPr>
            <a:r>
              <a:rPr lang="it-IT" sz="3600">
                <a:solidFill>
                  <a:srgbClr val="0070C0"/>
                </a:solidFill>
                <a:latin typeface="Times New Roman"/>
                <a:ea typeface="Times New Roman"/>
                <a:cs typeface="Times New Roman"/>
                <a:sym typeface="Times New Roman"/>
              </a:rPr>
              <a:t>أ: </a:t>
            </a:r>
            <a:r>
              <a:rPr lang="it-IT" sz="3600">
                <a:solidFill>
                  <a:schemeClr val="lt1"/>
                </a:solidFill>
                <a:latin typeface="Times New Roman"/>
                <a:ea typeface="Times New Roman"/>
                <a:cs typeface="Times New Roman"/>
                <a:sym typeface="Times New Roman"/>
              </a:rPr>
              <a:t>إِنْتَ مَحْظُوظ، مِشْ لَازْم تِصْحَ بَدْرِي.</a:t>
            </a:r>
            <a:endParaRPr sz="3600">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lang="it-IT" sz="3600">
                <a:solidFill>
                  <a:schemeClr val="lt1"/>
                </a:solidFill>
                <a:latin typeface="Times New Roman"/>
                <a:ea typeface="Times New Roman"/>
                <a:cs typeface="Times New Roman"/>
                <a:sym typeface="Times New Roman"/>
              </a:rPr>
              <a:t>Tu es chanceux, tu ne dois pas te réveiller tôt. </a:t>
            </a:r>
            <a:endParaRPr sz="3600">
              <a:solidFill>
                <a:schemeClr val="lt1"/>
              </a:solidFill>
              <a:latin typeface="Times New Roman"/>
              <a:ea typeface="Times New Roman"/>
              <a:cs typeface="Times New Roman"/>
              <a:sym typeface="Times New Roman"/>
            </a:endParaRPr>
          </a:p>
          <a:p>
            <a:pPr indent="0" lvl="0" marL="0" marR="0" rtl="0" algn="r">
              <a:spcBef>
                <a:spcPts val="0"/>
              </a:spcBef>
              <a:spcAft>
                <a:spcPts val="0"/>
              </a:spcAft>
              <a:buNone/>
            </a:pPr>
            <a:r>
              <a:rPr lang="it-IT" sz="3600">
                <a:solidFill>
                  <a:srgbClr val="0070C0"/>
                </a:solidFill>
                <a:latin typeface="Times New Roman"/>
                <a:ea typeface="Times New Roman"/>
                <a:cs typeface="Times New Roman"/>
                <a:sym typeface="Times New Roman"/>
              </a:rPr>
              <a:t>خ: </a:t>
            </a:r>
            <a:r>
              <a:rPr lang="it-IT" sz="3600">
                <a:solidFill>
                  <a:schemeClr val="lt1"/>
                </a:solidFill>
                <a:latin typeface="Times New Roman"/>
                <a:ea typeface="Times New Roman"/>
                <a:cs typeface="Times New Roman"/>
                <a:sym typeface="Times New Roman"/>
              </a:rPr>
              <a:t>أَنَا الْمُدِير، مِشْ لَازِم أَصْحَ بَدْرِي.</a:t>
            </a:r>
            <a:endParaRPr sz="3600">
              <a:solidFill>
                <a:schemeClr val="lt1"/>
              </a:solidFill>
              <a:latin typeface="Times New Roman"/>
              <a:ea typeface="Times New Roman"/>
              <a:cs typeface="Times New Roman"/>
              <a:sym typeface="Times New Roman"/>
            </a:endParaRPr>
          </a:p>
          <a:p>
            <a:pPr indent="0" lvl="0" marL="0" marR="0" rtl="0" algn="l">
              <a:spcBef>
                <a:spcPts val="0"/>
              </a:spcBef>
              <a:spcAft>
                <a:spcPts val="0"/>
              </a:spcAft>
              <a:buNone/>
            </a:pPr>
            <a:r>
              <a:rPr lang="it-IT" sz="3600">
                <a:solidFill>
                  <a:schemeClr val="lt1"/>
                </a:solidFill>
                <a:latin typeface="Times New Roman"/>
                <a:ea typeface="Times New Roman"/>
                <a:cs typeface="Times New Roman"/>
                <a:sym typeface="Times New Roman"/>
              </a:rPr>
              <a:t>Je suis le directeur, je ne suis pas obligé de me réveiller tôt.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plashVTI">
  <a:themeElements>
    <a:clrScheme name="AnalogousFromLightSeed_2SEEDS">
      <a:dk1>
        <a:srgbClr val="000000"/>
      </a:dk1>
      <a:lt1>
        <a:srgbClr val="FFFFFF"/>
      </a:lt1>
      <a:dk2>
        <a:srgbClr val="413024"/>
      </a:dk2>
      <a:lt2>
        <a:srgbClr val="E2E6E8"/>
      </a:lt2>
      <a:accent1>
        <a:srgbClr val="D59164"/>
      </a:accent1>
      <a:accent2>
        <a:srgbClr val="DC8081"/>
      </a:accent2>
      <a:accent3>
        <a:srgbClr val="AFA266"/>
      </a:accent3>
      <a:accent4>
        <a:srgbClr val="52AFAF"/>
      </a:accent4>
      <a:accent5>
        <a:srgbClr val="69A8D6"/>
      </a:accent5>
      <a:accent6>
        <a:srgbClr val="6476D5"/>
      </a:accent6>
      <a:hlink>
        <a:srgbClr val="5986A5"/>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plashVTI">
  <a:themeElements>
    <a:clrScheme name="AnalogousFromLightSeed_2SEEDS">
      <a:dk1>
        <a:srgbClr val="000000"/>
      </a:dk1>
      <a:lt1>
        <a:srgbClr val="FFFFFF"/>
      </a:lt1>
      <a:dk2>
        <a:srgbClr val="413024"/>
      </a:dk2>
      <a:lt2>
        <a:srgbClr val="E2E6E8"/>
      </a:lt2>
      <a:accent1>
        <a:srgbClr val="D59164"/>
      </a:accent1>
      <a:accent2>
        <a:srgbClr val="DC8081"/>
      </a:accent2>
      <a:accent3>
        <a:srgbClr val="AFA266"/>
      </a:accent3>
      <a:accent4>
        <a:srgbClr val="52AFAF"/>
      </a:accent4>
      <a:accent5>
        <a:srgbClr val="69A8D6"/>
      </a:accent5>
      <a:accent6>
        <a:srgbClr val="6476D5"/>
      </a:accent6>
      <a:hlink>
        <a:srgbClr val="5986A5"/>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2023-05-23T09:51:33Z</dcterms:created>
  <dc:creator>Leila Alami</dc:creator>
</cp:coreProperties>
</file>