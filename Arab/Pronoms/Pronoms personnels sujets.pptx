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E8464-0109-424E-BBD3-B63C669302EB}" type="datetimeFigureOut">
              <a:rPr lang="it-IT" smtClean="0"/>
              <a:t>10/02/23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3B0A8-0295-6843-A829-273649CE488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2635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3B0A8-0295-6843-A829-273649CE488F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1830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4ACA33-3957-598D-8BED-F35532CE3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2BFEA4A-E589-2414-EFF3-964BB9297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DBAAB89-A21C-D306-C47A-0F3F6F5C3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73698-D142-8E4C-AF09-38B59FCAFCCD}" type="datetimeFigureOut">
              <a:rPr lang="it-IT" smtClean="0"/>
              <a:t>10/02/23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6E30909-6689-B9F2-0E47-8D8E03C2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E6971ED-CFDD-388D-2F5B-A0C8235C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0ECE5-90E5-844B-871E-89624ED525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0778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5C71F2-0019-6CCA-3D08-935E6BA54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04A37F-07FD-E582-99F3-2C1BD0537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CF821B8-8F2F-ACCC-8F85-1CE090ADA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73698-D142-8E4C-AF09-38B59FCAFCCD}" type="datetimeFigureOut">
              <a:rPr lang="it-IT" smtClean="0"/>
              <a:t>10/02/23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FC78224-EFC8-CD7A-EC12-307650673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EBEEF1A-8160-C5D0-6FE2-45C02516E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0ECE5-90E5-844B-871E-89624ED525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1190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634673-9869-D16E-5A30-F2847EE18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63CFDAA-96A8-E0C3-C19E-26678F6F1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168E39-EEE0-0CF2-9838-1A7ABB60B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73698-D142-8E4C-AF09-38B59FCAFCCD}" type="datetimeFigureOut">
              <a:rPr lang="it-IT" smtClean="0"/>
              <a:t>10/02/23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CB36377-064C-E78C-90FB-D54AA1DD2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C74B88-3EA1-F68D-A27E-0EE58BD15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0ECE5-90E5-844B-871E-89624ED525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2798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B857ED-7800-F1A4-3B92-0A1B81665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D4ED4D-18FC-EF31-62C4-94D6FA3549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05A7FF8-C9E9-BEFB-B2EC-68D307CE3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F023115-465A-7B28-0A2F-B42237437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73698-D142-8E4C-AF09-38B59FCAFCCD}" type="datetimeFigureOut">
              <a:rPr lang="it-IT" smtClean="0"/>
              <a:t>10/02/23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FAF307-5268-B303-E682-7F77E0EF3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F6E570C-6BA2-B72A-0D3A-503D8F26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0ECE5-90E5-844B-871E-89624ED525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7512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BE3515-1362-CF0A-C137-F6EE94330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D9E787A-53C1-ED64-3F9F-F00029282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162AE85-6664-9A57-68EF-E994EE4A0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F913005-EE05-3068-5CFD-35837CED0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4B0C002-A5DE-52D4-D7EF-E387EE4EA4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5B1DA97-33A2-B57D-A7A8-68182B060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73698-D142-8E4C-AF09-38B59FCAFCCD}" type="datetimeFigureOut">
              <a:rPr lang="it-IT" smtClean="0"/>
              <a:t>10/02/23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8DAA75D-32A4-DD12-2EA6-01BC5949B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D37D90B-4D17-7532-5A6E-8EB7CE33D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0ECE5-90E5-844B-871E-89624ED525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3648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BF820F-4D40-39A5-5138-B0594A02E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9E5BEAA-5FC1-E74D-D3B6-C323D75CC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73698-D142-8E4C-AF09-38B59FCAFCCD}" type="datetimeFigureOut">
              <a:rPr lang="it-IT" smtClean="0"/>
              <a:t>10/02/23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E2F0F05-3C95-9AC0-41C3-7A57AAB75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FEE60E6-36C7-CAC1-94B3-1FD13BCF6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0ECE5-90E5-844B-871E-89624ED525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785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D96DEDB-2177-619E-322F-0F641B582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73698-D142-8E4C-AF09-38B59FCAFCCD}" type="datetimeFigureOut">
              <a:rPr lang="it-IT" smtClean="0"/>
              <a:t>10/02/23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6230E63-76A7-2016-480F-88063AA3C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7DD0D6F-3A60-6917-29FC-474FE04B6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0ECE5-90E5-844B-871E-89624ED525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2562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C37072-14E1-690F-6859-2D0FC945D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994EC3-2AB4-82AA-6E44-79DAB1F3B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D8C562B-51DA-4A48-C70C-D347B4855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76B9BF4-2FF3-F61C-5A57-3FFAC903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73698-D142-8E4C-AF09-38B59FCAFCCD}" type="datetimeFigureOut">
              <a:rPr lang="it-IT" smtClean="0"/>
              <a:t>10/02/23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D744A8F-58C7-4BE6-BC18-D54B3167D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035F793-4A98-D517-49C7-E5D618F39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0ECE5-90E5-844B-871E-89624ED525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373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FDC2AD-809C-F600-28FE-1C8593D84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F1CBACA-5137-2D5A-94E6-639174B658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A6892E4-7F03-B55D-5858-397F89094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C28E148-A195-AA2D-B666-B28AA0D7A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73698-D142-8E4C-AF09-38B59FCAFCCD}" type="datetimeFigureOut">
              <a:rPr lang="it-IT" smtClean="0"/>
              <a:t>10/02/23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9987C5E-4325-D229-F4FC-F939D6CF1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A05C007-1990-0C27-9694-57AD470B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0ECE5-90E5-844B-871E-89624ED525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4431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C4DDA8-6A77-4A87-48C1-3E1A4E12A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B7BD639-FB79-424C-3792-E46FE1FC5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80FB7C7-6EA1-B7DA-9CD6-53EFC55FC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73698-D142-8E4C-AF09-38B59FCAFCCD}" type="datetimeFigureOut">
              <a:rPr lang="it-IT" smtClean="0"/>
              <a:t>10/02/23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E7983A-9753-E71E-F327-A76E81694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3BE238F-49FC-D992-A85D-EC6DFCC55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0ECE5-90E5-844B-871E-89624ED525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674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694B6BB-A5BB-FB09-44BE-D84115F531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C2F3AF4-5980-FDFD-658E-0D4002062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2607955-66F7-1F9E-0ABE-C1104A853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73698-D142-8E4C-AF09-38B59FCAFCCD}" type="datetimeFigureOut">
              <a:rPr lang="it-IT" smtClean="0"/>
              <a:t>10/02/23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58D08C-975E-B7AD-DE63-4CCABD294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CE58660-E539-2B80-735C-3CD9DB75B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0ECE5-90E5-844B-871E-89624ED525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8476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726E3FF-2EE1-A1A7-6EA9-55212DEA8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0A9D49A-A18D-0A2E-B6BE-475A97401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3681B27-1D5C-6093-8147-FD9D9042F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F73698-D142-8E4C-AF09-38B59FCAFCCD}" type="datetimeFigureOut">
              <a:rPr lang="it-IT" smtClean="0"/>
              <a:t>10/02/23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1599FA5-5842-5C9E-1F38-1CFBF6C316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41336FB-249C-16AD-EE69-41E9EF9B2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0ECE5-90E5-844B-871E-89624ED525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9156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5EB0CB27-1A9A-13FC-AAC3-43E8B91DD9AA}"/>
              </a:ext>
            </a:extLst>
          </p:cNvPr>
          <p:cNvSpPr/>
          <p:nvPr/>
        </p:nvSpPr>
        <p:spPr>
          <a:xfrm>
            <a:off x="0" y="1229710"/>
            <a:ext cx="12192000" cy="56282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 (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moi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				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it-IT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ā</a:t>
            </a:r>
            <a:r>
              <a:rPr lang="it-IT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 (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toi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masculin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inta</a:t>
            </a:r>
            <a:endParaRPr lang="it-IT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 (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toi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féminin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inti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it-IT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(lui)					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houwa</a:t>
            </a:r>
            <a:endParaRPr lang="it-IT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elle (elle)				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hiya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endParaRPr lang="it-IT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nous (nous)				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it-IT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ḥ</a:t>
            </a:r>
            <a:r>
              <a:rPr lang="it-IT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it-IT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it-IT" sz="24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				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intou</a:t>
            </a:r>
            <a:endParaRPr lang="it-IT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elles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eux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elles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			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houmma</a:t>
            </a:r>
            <a:endParaRPr lang="it-IT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37CBA1E6-4451-5381-D4FD-E94695441458}"/>
              </a:ext>
            </a:extLst>
          </p:cNvPr>
          <p:cNvSpPr/>
          <p:nvPr/>
        </p:nvSpPr>
        <p:spPr>
          <a:xfrm>
            <a:off x="2375338" y="0"/>
            <a:ext cx="6821214" cy="935421"/>
          </a:xfrm>
          <a:prstGeom prst="roundRect">
            <a:avLst/>
          </a:prstGeom>
          <a:solidFill>
            <a:srgbClr val="0070C0"/>
          </a:solidFill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8A35BC2E-D898-3FE5-8C5D-A441DA2CE7D3}"/>
              </a:ext>
            </a:extLst>
          </p:cNvPr>
          <p:cNvSpPr/>
          <p:nvPr/>
        </p:nvSpPr>
        <p:spPr>
          <a:xfrm>
            <a:off x="2685393" y="147144"/>
            <a:ext cx="6821214" cy="93542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Pronoms </a:t>
            </a:r>
            <a:r>
              <a:rPr lang="it-IT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personnels</a:t>
            </a:r>
            <a:r>
              <a:rPr lang="it-IT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sujets</a:t>
            </a:r>
            <a:r>
              <a:rPr lang="it-IT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Pronoms </a:t>
            </a:r>
            <a:r>
              <a:rPr lang="it-IT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toniques</a:t>
            </a:r>
            <a:endParaRPr lang="it-IT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499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5EB0CB27-1A9A-13FC-AAC3-43E8B91DD9AA}"/>
              </a:ext>
            </a:extLst>
          </p:cNvPr>
          <p:cNvSpPr/>
          <p:nvPr/>
        </p:nvSpPr>
        <p:spPr>
          <a:xfrm>
            <a:off x="0" y="1"/>
            <a:ext cx="12192000" cy="53707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76200">
            <a:solidFill>
              <a:srgbClr val="7030A0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reflection blurRad="6350" stA="50000" endA="300" endPos="555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4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Matin</a:t>
            </a:r>
            <a:r>
              <a:rPr lang="it-IT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				</a:t>
            </a:r>
            <a:r>
              <a:rPr lang="it-IT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éssob</a:t>
            </a:r>
            <a:r>
              <a:rPr lang="it-IT" sz="4000" b="1" i="0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ḥ</a:t>
            </a:r>
            <a:endParaRPr lang="it-IT" sz="4000" b="1" i="0" u="none" strike="noStrike" kern="12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kumimoji="0" lang="it-IT" sz="40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Soir</a:t>
            </a:r>
            <a:r>
              <a:rPr kumimoji="0" lang="it-IT" sz="400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r>
              <a:rPr kumimoji="0" lang="it-IT" sz="4000" b="1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élmessa</a:t>
            </a:r>
            <a:endParaRPr kumimoji="0" lang="it-IT" sz="4000" b="1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0" lang="it-IT" sz="40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Demain</a:t>
            </a:r>
            <a:r>
              <a:rPr kumimoji="0" lang="it-IT" sz="400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kumimoji="0" lang="it-IT" sz="4000" b="1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bokra</a:t>
            </a:r>
            <a:endParaRPr kumimoji="0" lang="it-IT" sz="4000" b="1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4000" i="0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Hier</a:t>
            </a:r>
            <a:r>
              <a:rPr lang="it-IT" sz="4000" i="0" u="none" strike="noStrike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						</a:t>
            </a:r>
            <a:r>
              <a:rPr lang="it-IT" sz="4000" b="1" i="0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mb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āre</a:t>
            </a:r>
            <a:r>
              <a:rPr lang="it-IT" sz="4000" b="1" i="0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ḥ</a:t>
            </a:r>
            <a:endParaRPr lang="it-IT" sz="4000" b="1" i="0" u="none" strike="noStrike" kern="12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kumimoji="0" lang="it-IT" sz="400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Après-demain</a:t>
            </a:r>
            <a:r>
              <a:rPr kumimoji="0" lang="it-IT" sz="40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		</a:t>
            </a:r>
            <a:r>
              <a:rPr kumimoji="0" lang="it-IT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</a:t>
            </a:r>
            <a:r>
              <a:rPr lang="it-IT" sz="4000" b="1" i="0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ˁ</a:t>
            </a:r>
            <a:r>
              <a:rPr lang="it-IT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</a:t>
            </a:r>
            <a:r>
              <a:rPr lang="it-IT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bokra</a:t>
            </a:r>
            <a:endParaRPr lang="it-IT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0" lang="it-IT" sz="400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Dans</a:t>
            </a:r>
            <a:r>
              <a:rPr kumimoji="0" lang="it-IT" sz="40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une </a:t>
            </a:r>
            <a:r>
              <a:rPr kumimoji="0" lang="it-IT" sz="400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semaine</a:t>
            </a:r>
            <a:r>
              <a:rPr kumimoji="0" lang="it-IT" sz="40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		</a:t>
            </a:r>
            <a:r>
              <a:rPr kumimoji="0" lang="it-IT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</a:t>
            </a:r>
            <a:r>
              <a:rPr lang="it-IT" sz="4000" b="1" i="0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ˁ</a:t>
            </a:r>
            <a:r>
              <a:rPr lang="it-IT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</a:t>
            </a:r>
            <a:r>
              <a:rPr lang="it-IT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ousbo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ū</a:t>
            </a:r>
            <a:r>
              <a:rPr lang="it-IT" sz="4000" b="1" i="0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ˁ</a:t>
            </a:r>
            <a:endParaRPr lang="it-IT" sz="4000" b="1" i="0" u="none" strike="noStrike" kern="12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kumimoji="0" lang="it-IT" sz="400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kumimoji="0" lang="it-IT" sz="40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semaine</a:t>
            </a:r>
            <a:r>
              <a:rPr kumimoji="0" lang="it-IT" sz="400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it-IT" sz="40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prochaine</a:t>
            </a:r>
            <a:r>
              <a:rPr kumimoji="0" lang="it-IT" sz="400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kumimoji="0" lang="it-IT" sz="4000" b="1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él</a:t>
            </a:r>
            <a:r>
              <a:rPr kumimoji="0" lang="it-IT" sz="4000" b="1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it-IT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usbo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ū</a:t>
            </a:r>
            <a:r>
              <a:rPr lang="it-IT" sz="4000" b="1" i="0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ˁ</a:t>
            </a:r>
            <a:r>
              <a:rPr lang="it-IT" sz="4000" b="1" i="0" u="none" strike="noStrike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4000" b="1" i="0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</a:t>
            </a:r>
            <a:r>
              <a:rPr lang="it-IT" sz="4000" b="1" i="0" u="none" strike="noStrike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4000" b="1" i="0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gayy</a:t>
            </a:r>
            <a:endParaRPr lang="it-IT" sz="4000" b="1" i="0" u="none" strike="noStrike" kern="12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kumimoji="0" lang="it-IT" sz="400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kumimoji="0" lang="it-IT" sz="40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semaine</a:t>
            </a:r>
            <a:r>
              <a:rPr kumimoji="0" lang="it-IT" sz="400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it-IT" sz="40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passée</a:t>
            </a:r>
            <a:r>
              <a:rPr kumimoji="0" lang="it-IT" sz="400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kumimoji="0" lang="it-IT" sz="3800" b="1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él</a:t>
            </a:r>
            <a:r>
              <a:rPr kumimoji="0" lang="it-IT" sz="3800" b="1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it-IT" sz="3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usbo</a:t>
            </a:r>
            <a:r>
              <a:rPr lang="it-IT" sz="38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ū</a:t>
            </a:r>
            <a:r>
              <a:rPr lang="it-IT" sz="3800" b="1" i="0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ˁ</a:t>
            </a:r>
            <a:r>
              <a:rPr lang="it-IT" sz="3800" b="1" i="0" u="none" strike="noStrike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800" b="1" i="0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elm</a:t>
            </a:r>
            <a:r>
              <a:rPr lang="it-IT" sz="38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</a:t>
            </a:r>
            <a:r>
              <a:rPr lang="it-IT" sz="3800" b="1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ḍ</a:t>
            </a:r>
            <a:r>
              <a:rPr lang="it-IT" sz="38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</a:t>
            </a:r>
            <a:r>
              <a:rPr lang="it-IT" sz="38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</a:t>
            </a:r>
            <a:r>
              <a:rPr kumimoji="0" lang="it-IT" sz="3800" b="1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it-IT" sz="3800" b="1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él</a:t>
            </a:r>
            <a:r>
              <a:rPr kumimoji="0" lang="it-IT" sz="3800" b="1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it-IT" sz="3800" b="1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it-IT" sz="38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</a:t>
            </a:r>
            <a:r>
              <a:rPr kumimoji="0" lang="it-IT" sz="3800" b="1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yet</a:t>
            </a:r>
            <a:r>
              <a:rPr lang="it-IT" sz="38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it-IT" sz="3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238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5EB0CB27-1A9A-13FC-AAC3-43E8B91DD9AA}"/>
              </a:ext>
            </a:extLst>
          </p:cNvPr>
          <p:cNvSpPr/>
          <p:nvPr/>
        </p:nvSpPr>
        <p:spPr>
          <a:xfrm>
            <a:off x="0" y="1001110"/>
            <a:ext cx="12192000" cy="4855779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4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4">
                  <a:lumMod val="40000"/>
                  <a:lumOff val="6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Merci  						</a:t>
            </a:r>
            <a:r>
              <a:rPr lang="it-IT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chokran</a:t>
            </a:r>
            <a:endParaRPr lang="it-IT" sz="4000" b="1" i="0" u="none" strike="noStrike" kern="12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it-IT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it-IT" sz="4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rien</a:t>
            </a:r>
            <a:r>
              <a:rPr kumimoji="0" lang="it-IT" sz="400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it-IT" sz="4000" b="1" i="0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ˁafwan</a:t>
            </a:r>
            <a:endParaRPr kumimoji="0" lang="it-IT" sz="4000" b="1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0" lang="it-IT" sz="400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Allons-y						</a:t>
            </a:r>
            <a:r>
              <a:rPr kumimoji="0" lang="it-IT" sz="4000" b="1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yallah</a:t>
            </a:r>
            <a:endParaRPr kumimoji="0" lang="it-IT" sz="4000" b="1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4000" i="0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S’il</a:t>
            </a:r>
            <a:r>
              <a:rPr lang="it-IT" sz="4000" i="0" u="none" strike="noStrike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te pla</a:t>
            </a:r>
            <a:r>
              <a:rPr lang="it-IT" sz="4000" spc="-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î</a:t>
            </a:r>
            <a:r>
              <a:rPr lang="it-IT" sz="4000" i="0" u="none" strike="noStrike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  					</a:t>
            </a:r>
            <a:r>
              <a:rPr lang="it-IT" sz="4000" b="1" i="0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argo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ūk</a:t>
            </a:r>
            <a:endParaRPr lang="it-IT" sz="4000" b="1" i="0" u="none" strike="noStrike" kern="12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it-IT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C’est </a:t>
            </a:r>
            <a:r>
              <a:rPr lang="it-IT" sz="4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</a:t>
            </a:r>
            <a:r>
              <a:rPr lang="it-IT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grave</a:t>
            </a:r>
            <a:r>
              <a:rPr kumimoji="0" lang="it-IT" sz="40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		</a:t>
            </a:r>
            <a:r>
              <a:rPr kumimoji="0" lang="it-IT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</a:t>
            </a:r>
            <a:r>
              <a:rPr lang="it-IT" sz="4000" b="1" i="0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ˁlich</a:t>
            </a:r>
            <a:endParaRPr lang="it-IT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0" lang="it-IT" sz="40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C’est bon			 		</a:t>
            </a:r>
            <a:r>
              <a:rPr lang="it-IT" sz="4000" b="1" i="0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āchī</a:t>
            </a:r>
            <a:endParaRPr lang="it-IT" sz="4000" b="1" i="0" u="none" strike="noStrike" kern="12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kumimoji="0" lang="it-IT" sz="400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Parfait						</a:t>
            </a:r>
            <a:r>
              <a:rPr lang="it-IT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lang="it-IT" sz="4000" b="1" i="0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ām</a:t>
            </a:r>
            <a:endParaRPr lang="it-IT" sz="4000" b="1" i="0" u="none" strike="noStrike" kern="12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570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5EB0CB27-1A9A-13FC-AAC3-43E8B91DD9AA}"/>
              </a:ext>
            </a:extLst>
          </p:cNvPr>
          <p:cNvSpPr/>
          <p:nvPr/>
        </p:nvSpPr>
        <p:spPr>
          <a:xfrm>
            <a:off x="1040523" y="0"/>
            <a:ext cx="10195035" cy="685800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40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Salut</a:t>
            </a:r>
            <a:r>
              <a:rPr lang="it-IT" sz="4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				</a:t>
            </a:r>
            <a:r>
              <a:rPr lang="it-IT" sz="4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ahlan</a:t>
            </a:r>
            <a:endParaRPr lang="it-IT" sz="4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4000" b="1" i="0" u="none" strike="noStrike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kumimoji="0" lang="it-IT" sz="40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Bonjour</a:t>
            </a:r>
            <a:r>
              <a:rPr kumimoji="0" lang="it-IT" sz="4000" cap="none" spc="0" normalizeH="0" baseline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it-IT" sz="4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ṣ</a:t>
            </a:r>
            <a:r>
              <a:rPr kumimoji="0" lang="it-IT" sz="4000" b="1" cap="none" spc="0" normalizeH="0" baseline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it-IT" sz="4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</a:t>
            </a:r>
            <a:r>
              <a:rPr lang="it-IT" sz="4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ḥ</a:t>
            </a:r>
            <a:r>
              <a:rPr lang="it-IT" sz="4000" b="1" u="none" strike="noStrike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elkh</a:t>
            </a:r>
            <a:r>
              <a:rPr lang="it-IT" sz="4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īr</a:t>
            </a:r>
            <a:endParaRPr lang="it-IT" sz="4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kumimoji="0" lang="it-IT" sz="4000" b="1" cap="none" spc="0" normalizeH="0" baseline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r>
              <a:rPr lang="it-IT" sz="4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ṣ</a:t>
            </a:r>
            <a:r>
              <a:rPr kumimoji="0" lang="it-IT" sz="4000" b="1" cap="none" spc="0" normalizeH="0" baseline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it-IT" sz="4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</a:t>
            </a:r>
            <a:r>
              <a:rPr lang="it-IT" sz="4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ḥ</a:t>
            </a:r>
            <a:r>
              <a:rPr lang="it-IT" sz="4000" b="1" u="none" strike="noStrike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enno</a:t>
            </a:r>
            <a:r>
              <a:rPr lang="it-IT" sz="4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ū</a:t>
            </a:r>
            <a:r>
              <a:rPr lang="it-IT" sz="4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it-IT" sz="4000" b="1" u="none" strike="noStrike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0" lang="it-IT" sz="4000" b="1" cap="none" spc="0" normalizeH="0" baseline="0" noProof="0" dirty="0">
              <a:ln>
                <a:noFill/>
              </a:ln>
              <a:solidFill>
                <a:srgbClr val="FFFF00"/>
              </a:solidFill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0" lang="it-IT" sz="40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Bonsoir</a:t>
            </a:r>
            <a:r>
              <a:rPr kumimoji="0" lang="it-IT" sz="4000" cap="none" spc="0" normalizeH="0" baseline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kumimoji="0" lang="it-IT" sz="4000" b="1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mess</a:t>
            </a:r>
            <a:r>
              <a:rPr lang="it-IT" sz="4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</a:t>
            </a:r>
            <a:r>
              <a:rPr lang="it-IT" sz="4000" b="1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’ </a:t>
            </a:r>
            <a:r>
              <a:rPr lang="it-IT" sz="4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r>
              <a:rPr lang="it-IT" sz="4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lkh</a:t>
            </a:r>
            <a:r>
              <a:rPr lang="it-IT" sz="4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īr</a:t>
            </a:r>
            <a:endParaRPr lang="it-IT" sz="4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kumimoji="0" lang="it-IT" sz="4000" b="1" cap="none" spc="0" normalizeH="0" baseline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r>
              <a:rPr kumimoji="0" lang="it-IT" sz="4000" b="1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mess</a:t>
            </a:r>
            <a:r>
              <a:rPr lang="it-IT" sz="4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</a:t>
            </a:r>
            <a:r>
              <a:rPr lang="it-IT" sz="4000" b="1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’ </a:t>
            </a:r>
            <a:r>
              <a:rPr lang="it-IT" sz="4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r>
              <a:rPr lang="it-IT" sz="4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nno</a:t>
            </a:r>
            <a:r>
              <a:rPr lang="it-IT" sz="4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ū</a:t>
            </a:r>
            <a:r>
              <a:rPr lang="it-IT" sz="4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it-IT" sz="4000" b="1" u="none" strike="noStrike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0" lang="it-IT" sz="4000" b="1" cap="none" spc="0" normalizeH="0" baseline="0" noProof="0" dirty="0">
              <a:ln>
                <a:noFill/>
              </a:ln>
              <a:solidFill>
                <a:srgbClr val="FFFF00"/>
              </a:solidFill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4000" i="0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</a:t>
            </a:r>
            <a:r>
              <a:rPr lang="it-IT" sz="4000" i="0" u="none" strike="noStrike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4000" i="0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revoir</a:t>
            </a:r>
            <a:r>
              <a:rPr lang="it-IT" sz="4000" i="0" u="none" strike="noStrike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					</a:t>
            </a:r>
            <a:r>
              <a:rPr lang="it-IT" sz="4000" b="1" i="0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</a:t>
            </a:r>
            <a:r>
              <a:rPr lang="it-IT" sz="4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ˁa</a:t>
            </a:r>
            <a:r>
              <a:rPr lang="it-IT" sz="4000" b="1" u="none" strike="noStrike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ssal</a:t>
            </a:r>
            <a:r>
              <a:rPr lang="it-IT" sz="4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āma</a:t>
            </a:r>
            <a:endParaRPr kumimoji="0" lang="it-IT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t-IT" sz="4000" b="1" i="0" u="none" strike="noStrike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kumimoji="0" lang="it-IT" sz="400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</a:t>
            </a:r>
            <a:r>
              <a:rPr kumimoji="0" lang="it-IT" sz="4000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demain</a:t>
            </a:r>
            <a:r>
              <a:rPr kumimoji="0" lang="it-IT" sz="400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			</a:t>
            </a:r>
            <a:r>
              <a:rPr kumimoji="0" lang="it-IT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acho</a:t>
            </a:r>
            <a:r>
              <a:rPr lang="it-IT" sz="4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ūfak</a:t>
            </a:r>
            <a:r>
              <a:rPr lang="it-IT" sz="4000" b="1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4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bokra</a:t>
            </a:r>
            <a:endParaRPr lang="it-IT" sz="4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828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5EB0CB27-1A9A-13FC-AAC3-43E8B91DD9AA}"/>
              </a:ext>
            </a:extLst>
          </p:cNvPr>
          <p:cNvSpPr/>
          <p:nvPr/>
        </p:nvSpPr>
        <p:spPr>
          <a:xfrm>
            <a:off x="0" y="1681655"/>
            <a:ext cx="12192000" cy="5176345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Ahlan</a:t>
            </a:r>
            <a:r>
              <a:rPr lang="it-IT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ism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</a:t>
            </a:r>
            <a:r>
              <a:rPr lang="it-IT" sz="40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….. 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We</a:t>
            </a:r>
            <a:r>
              <a:rPr lang="it-IT" sz="40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anā</a:t>
            </a:r>
            <a:r>
              <a:rPr lang="it-IT" sz="40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w’anā</a:t>
            </a:r>
            <a:r>
              <a:rPr lang="it-IT" sz="40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</a:t>
            </a:r>
            <a:r>
              <a:rPr lang="it-IT" sz="4000" b="1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ṣr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</a:t>
            </a:r>
            <a:endParaRPr lang="it-IT" sz="4000" b="1" kern="12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t-IT" sz="4000" b="1" kern="12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it-IT" sz="4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</a:t>
            </a:r>
            <a:r>
              <a:rPr lang="it-IT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frans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āwī</a:t>
            </a:r>
            <a:r>
              <a:rPr lang="it-IT" sz="40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amerīkī</a:t>
            </a:r>
            <a:r>
              <a:rPr lang="it-IT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</a:t>
            </a:r>
            <a:r>
              <a:rPr lang="it-IT" sz="4000" b="1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ṣr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</a:t>
            </a:r>
            <a:r>
              <a:rPr lang="it-IT" sz="4000" b="1" u="none" strike="noStrike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4000" b="1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it-IT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wisr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</a:t>
            </a:r>
            <a:r>
              <a:rPr lang="it-IT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ūnānī</a:t>
            </a:r>
            <a:r>
              <a:rPr lang="it-IT" sz="40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bourtoughālī</a:t>
            </a:r>
            <a:r>
              <a:rPr lang="it-IT" sz="40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talyānī</a:t>
            </a:r>
            <a:r>
              <a:rPr lang="it-IT" sz="40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it-IT" sz="4000" b="1" i="0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ˁarab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</a:t>
            </a:r>
            <a:r>
              <a:rPr lang="it-IT" sz="4000" b="1" i="0" u="none" strike="noStrike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it-IT" sz="4000" b="1" i="0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maghrib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</a:t>
            </a:r>
            <a:r>
              <a:rPr lang="it-IT" sz="40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r>
              <a:rPr lang="it-IT" sz="4000" b="1" i="0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urdoun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</a:t>
            </a:r>
            <a:r>
              <a:rPr lang="it-IT" sz="40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it-IT" sz="4000" b="1" i="0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ˁraq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</a:t>
            </a:r>
            <a:r>
              <a:rPr lang="it-IT" sz="40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soūrī</a:t>
            </a:r>
            <a:r>
              <a:rPr lang="it-IT" sz="40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saoūdī</a:t>
            </a:r>
            <a:r>
              <a:rPr lang="it-IT" sz="40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…</a:t>
            </a:r>
          </a:p>
          <a:p>
            <a:endParaRPr lang="it-IT" sz="4000" b="1" kern="12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it-IT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 </a:t>
            </a:r>
            <a:r>
              <a:rPr lang="it-IT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faransa</a:t>
            </a:r>
            <a:r>
              <a:rPr lang="it-IT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amr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īka</a:t>
            </a:r>
            <a:r>
              <a:rPr lang="it-IT" sz="40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swī</a:t>
            </a:r>
            <a:r>
              <a:rPr lang="it-IT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sra</a:t>
            </a:r>
            <a:r>
              <a:rPr lang="it-IT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lyo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ūnān</a:t>
            </a:r>
            <a:r>
              <a:rPr lang="it-IT" sz="40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it-IT" sz="40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lbourtoughāl</a:t>
            </a:r>
            <a:endParaRPr lang="it-IT" sz="4000" b="1" kern="12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71CFCAA0-55DB-1ACA-3AFE-853226A3A01E}"/>
              </a:ext>
            </a:extLst>
          </p:cNvPr>
          <p:cNvSpPr/>
          <p:nvPr/>
        </p:nvSpPr>
        <p:spPr>
          <a:xfrm>
            <a:off x="0" y="0"/>
            <a:ext cx="12192000" cy="1366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Nationalités</a:t>
            </a:r>
            <a:r>
              <a:rPr lang="it-IT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it-IT" sz="4800" b="1" kern="12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</a:t>
            </a:r>
            <a:r>
              <a:rPr lang="it-IT" sz="4800" b="1" kern="1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4800" b="1" kern="12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guinsiyāt</a:t>
            </a:r>
            <a:endParaRPr lang="it-IT" sz="4800" b="1" kern="12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278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5EB0CB27-1A9A-13FC-AAC3-43E8B91DD9AA}"/>
              </a:ext>
            </a:extLst>
          </p:cNvPr>
          <p:cNvSpPr/>
          <p:nvPr/>
        </p:nvSpPr>
        <p:spPr>
          <a:xfrm>
            <a:off x="1776249" y="588580"/>
            <a:ext cx="8481848" cy="5943600"/>
          </a:xfrm>
          <a:prstGeom prst="rect">
            <a:avLst/>
          </a:prstGeom>
          <a:solidFill>
            <a:schemeClr val="bg2"/>
          </a:solidFill>
          <a:ln w="762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4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</a:t>
            </a:r>
            <a:r>
              <a:rPr lang="it-IT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it-IT" sz="4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it-IT" sz="44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īn</a:t>
            </a:r>
            <a:endParaRPr lang="it-IT" sz="4400" b="1" kern="12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it-IT" sz="4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Quoi</a:t>
            </a:r>
            <a:r>
              <a:rPr lang="it-IT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it-IT" sz="44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īh</a:t>
            </a:r>
            <a:endParaRPr lang="it-IT" sz="4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4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Où</a:t>
            </a:r>
            <a:r>
              <a:rPr lang="it-IT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it-IT" sz="4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it-IT" sz="44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īne</a:t>
            </a:r>
            <a:endParaRPr lang="it-IT" sz="4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4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Quand</a:t>
            </a:r>
            <a:r>
              <a:rPr lang="it-IT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		</a:t>
            </a:r>
            <a:r>
              <a:rPr lang="it-IT" sz="4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imta</a:t>
            </a:r>
            <a:endParaRPr lang="it-IT" sz="4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4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Pourquoi</a:t>
            </a:r>
            <a:r>
              <a:rPr lang="it-IT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	</a:t>
            </a:r>
            <a:r>
              <a:rPr lang="it-IT" sz="4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it-IT" sz="44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īh</a:t>
            </a:r>
            <a:endParaRPr lang="it-IT" sz="4400" b="1" kern="12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it-IT" sz="4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Comment</a:t>
            </a:r>
            <a:r>
              <a:rPr lang="it-IT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it-IT" sz="4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ezz</a:t>
            </a:r>
            <a:r>
              <a:rPr lang="it-IT" sz="44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āy</a:t>
            </a:r>
            <a:r>
              <a:rPr lang="it-IT" sz="44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</a:t>
            </a:r>
            <a:r>
              <a:rPr lang="it-IT" sz="4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zz</a:t>
            </a:r>
            <a:r>
              <a:rPr lang="it-IT" sz="44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āy</a:t>
            </a:r>
            <a:endParaRPr lang="it-IT" sz="4400" b="1" kern="12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it-IT" sz="4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Combien</a:t>
            </a:r>
            <a:r>
              <a:rPr lang="it-IT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	</a:t>
            </a:r>
            <a:r>
              <a:rPr lang="it-IT" sz="4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bik</a:t>
            </a:r>
            <a:r>
              <a:rPr lang="it-IT" sz="44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ām</a:t>
            </a:r>
            <a:endParaRPr lang="it-IT" sz="4400" b="1" kern="12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it-IT" sz="4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Jusqu’à</a:t>
            </a:r>
            <a:r>
              <a:rPr lang="it-IT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it-IT" sz="4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</a:t>
            </a:r>
            <a:r>
              <a:rPr lang="it-IT" sz="44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āyet</a:t>
            </a:r>
            <a:r>
              <a:rPr lang="it-IT" sz="44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44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imta</a:t>
            </a:r>
            <a:r>
              <a:rPr lang="it-IT" sz="44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  <a:endParaRPr lang="it-IT" sz="4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383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5EB0CB27-1A9A-13FC-AAC3-43E8B91DD9AA}"/>
              </a:ext>
            </a:extLst>
          </p:cNvPr>
          <p:cNvSpPr/>
          <p:nvPr/>
        </p:nvSpPr>
        <p:spPr>
          <a:xfrm>
            <a:off x="1648801" y="1637771"/>
            <a:ext cx="1899619" cy="7830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48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bint</a:t>
            </a:r>
            <a:endParaRPr lang="it-IT" sz="4800" b="1" kern="12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" name="Immagine 1" descr="Immagine che contiene testo, grafica vettoriale&#10;&#10;Descrizione generata automaticamente">
            <a:extLst>
              <a:ext uri="{FF2B5EF4-FFF2-40B4-BE49-F238E27FC236}">
                <a16:creationId xmlns:a16="http://schemas.microsoft.com/office/drawing/2014/main" id="{736945C1-7FF7-A28D-705D-67660E4DDC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207" y="368942"/>
            <a:ext cx="2154992" cy="2839448"/>
          </a:xfrm>
          <a:prstGeom prst="rect">
            <a:avLst/>
          </a:prstGeom>
        </p:spPr>
      </p:pic>
      <p:pic>
        <p:nvPicPr>
          <p:cNvPr id="3" name="Immagine 2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C6EBA627-1418-B4F6-5492-13C899A62A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2520" y="3883663"/>
            <a:ext cx="1080928" cy="1058381"/>
          </a:xfrm>
          <a:prstGeom prst="rect">
            <a:avLst/>
          </a:prstGeom>
        </p:spPr>
      </p:pic>
      <p:pic>
        <p:nvPicPr>
          <p:cNvPr id="5" name="Immagine 4" descr="Immagine che contiene testo, grafica vettoriale, clipart&#10;&#10;Descrizione generata automaticamente">
            <a:extLst>
              <a:ext uri="{FF2B5EF4-FFF2-40B4-BE49-F238E27FC236}">
                <a16:creationId xmlns:a16="http://schemas.microsoft.com/office/drawing/2014/main" id="{EAB1C0CA-F183-011F-433B-EFF39477D5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31" y="37700"/>
            <a:ext cx="1690998" cy="2534849"/>
          </a:xfrm>
          <a:prstGeom prst="rect">
            <a:avLst/>
          </a:prstGeom>
        </p:spPr>
      </p:pic>
      <p:pic>
        <p:nvPicPr>
          <p:cNvPr id="7" name="Immagine 6" descr="Immagine che contiene giocattolo, bambola, grafica vettoriale&#10;&#10;Descrizione generata automaticamente">
            <a:extLst>
              <a:ext uri="{FF2B5EF4-FFF2-40B4-BE49-F238E27FC236}">
                <a16:creationId xmlns:a16="http://schemas.microsoft.com/office/drawing/2014/main" id="{02050702-C3E7-66EA-1C37-B7E20A05374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4489824"/>
            <a:ext cx="1708991" cy="1687463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6B023A18-C2D0-F985-312D-60646F389EA6}"/>
              </a:ext>
            </a:extLst>
          </p:cNvPr>
          <p:cNvSpPr/>
          <p:nvPr/>
        </p:nvSpPr>
        <p:spPr>
          <a:xfrm>
            <a:off x="1740638" y="2457129"/>
            <a:ext cx="1963674" cy="7830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2400" b="1" i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Bannouta</a:t>
            </a:r>
            <a:r>
              <a:rPr lang="it-IT" sz="2400" b="1" i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</a:t>
            </a:r>
            <a:r>
              <a:rPr lang="it-IT" sz="2400" b="1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ṣ</a:t>
            </a:r>
            <a:r>
              <a:rPr lang="it-IT" sz="2400" b="1" i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ghayyara</a:t>
            </a:r>
            <a:r>
              <a:rPr lang="it-IT" sz="2400" b="1" i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F31418FC-5469-B7D5-D9F6-6A35FE8E5E5F}"/>
              </a:ext>
            </a:extLst>
          </p:cNvPr>
          <p:cNvSpPr/>
          <p:nvPr/>
        </p:nvSpPr>
        <p:spPr>
          <a:xfrm>
            <a:off x="10297745" y="135618"/>
            <a:ext cx="1846244" cy="7830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48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walad</a:t>
            </a:r>
            <a:endParaRPr lang="it-IT" sz="4800" b="1" kern="12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EBBC8F0-D38B-375D-390F-0F5D507B93D8}"/>
              </a:ext>
            </a:extLst>
          </p:cNvPr>
          <p:cNvSpPr/>
          <p:nvPr/>
        </p:nvSpPr>
        <p:spPr>
          <a:xfrm>
            <a:off x="8926371" y="5270365"/>
            <a:ext cx="2894154" cy="7830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48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mawloūd</a:t>
            </a:r>
            <a:r>
              <a:rPr lang="it-IT" sz="48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4800" b="1" kern="120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guedīd</a:t>
            </a:r>
            <a:endParaRPr lang="it-IT" sz="4800" b="1" kern="12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8F98DDE8-8334-C3DC-BDB1-AB3CB8D3BB39}"/>
              </a:ext>
            </a:extLst>
          </p:cNvPr>
          <p:cNvSpPr/>
          <p:nvPr/>
        </p:nvSpPr>
        <p:spPr>
          <a:xfrm>
            <a:off x="2080467" y="4942044"/>
            <a:ext cx="2617658" cy="7830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48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</a:t>
            </a:r>
            <a:r>
              <a:rPr lang="it-IT" sz="48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4800" b="1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awlād</a:t>
            </a:r>
            <a:endParaRPr lang="it-IT" sz="4800" b="1" kern="12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967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392</Words>
  <Application>Microsoft Macintosh PowerPoint</Application>
  <PresentationFormat>Widescreen</PresentationFormat>
  <Paragraphs>62</Paragraphs>
  <Slides>7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Leila Alami</dc:creator>
  <cp:lastModifiedBy>Leila Alami</cp:lastModifiedBy>
  <cp:revision>23</cp:revision>
  <dcterms:created xsi:type="dcterms:W3CDTF">2023-02-02T19:33:06Z</dcterms:created>
  <dcterms:modified xsi:type="dcterms:W3CDTF">2023-02-10T20:19:25Z</dcterms:modified>
</cp:coreProperties>
</file>