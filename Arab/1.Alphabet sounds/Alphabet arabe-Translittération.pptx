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8" roundtripDataSignature="AMtx7mhK7CWvidJmSLUNxxMsYHGvrfyM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AC9DAC-A92F-4F1F-82F0-4973E98021F9}">
  <a:tblStyle styleId="{92AC9DAC-A92F-4F1F-82F0-4973E98021F9}" styleName="Table_0">
    <a:wholeTbl>
      <a:tcTxStyle b="off" i="off">
        <a:font>
          <a:latin typeface="Avenir Next LT Pro Light"/>
          <a:ea typeface="Avenir Next LT Pro Light"/>
          <a:cs typeface="Avenir Next LT Pro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9EDEC"/>
          </a:solidFill>
        </a:fill>
      </a:tcStyle>
    </a:wholeTbl>
    <a:band1H>
      <a:tcTxStyle/>
      <a:tcStyle>
        <a:fill>
          <a:solidFill>
            <a:srgbClr val="F3DAD7"/>
          </a:solidFill>
        </a:fill>
      </a:tcStyle>
    </a:band1H>
    <a:band2H>
      <a:tcTxStyle/>
    </a:band2H>
    <a:band1V>
      <a:tcTxStyle/>
      <a:tcStyle>
        <a:fill>
          <a:solidFill>
            <a:srgbClr val="F3DAD7"/>
          </a:solidFill>
        </a:fill>
      </a:tcStyle>
    </a:band1V>
    <a:band2V>
      <a:tcTxStyle/>
    </a:band2V>
    <a:lastCol>
      <a:tcTxStyle b="on" i="off">
        <a:font>
          <a:latin typeface="Avenir Next LT Pro Light"/>
          <a:ea typeface="Avenir Next LT Pro Light"/>
          <a:cs typeface="Avenir Next LT Pro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venir Next LT Pro Light"/>
          <a:ea typeface="Avenir Next LT Pro Light"/>
          <a:cs typeface="Avenir Next LT Pro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venir Next LT Pro Light"/>
          <a:ea typeface="Avenir Next LT Pro Light"/>
          <a:cs typeface="Avenir Next LT Pro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venir Next LT Pro Light"/>
          <a:ea typeface="Avenir Next LT Pro Light"/>
          <a:cs typeface="Avenir Next LT Pro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C3C452E-CF10-49AA-87AF-8595BF6B527F}" styleName="Table_1">
    <a:wholeTbl>
      <a:tcTxStyle b="off" i="off">
        <a:font>
          <a:latin typeface="Avenir Next LT Pro Light"/>
          <a:ea typeface="Avenir Next LT Pro Light"/>
          <a:cs typeface="Avenir Next LT Pro Light"/>
        </a:font>
        <a:schemeClr val="lt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/>
          <p:nvPr>
            <p:ph type="ctrTitle"/>
          </p:nvPr>
        </p:nvSpPr>
        <p:spPr>
          <a:xfrm>
            <a:off x="2197100" y="1079500"/>
            <a:ext cx="7797799" cy="2138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"/>
          <p:cNvSpPr txBox="1"/>
          <p:nvPr>
            <p:ph idx="1" type="subTitle"/>
          </p:nvPr>
        </p:nvSpPr>
        <p:spPr>
          <a:xfrm>
            <a:off x="3308350" y="4113213"/>
            <a:ext cx="55753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i="1" sz="2400"/>
            </a:lvl1pPr>
            <a:lvl2pPr lvl="1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/>
            </a:lvl2pPr>
            <a:lvl3pPr lvl="2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sz="1600"/>
            </a:lvl4pPr>
            <a:lvl5pPr lvl="4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cxnSp>
        <p:nvCxnSpPr>
          <p:cNvPr id="17" name="Google Shape;17;p4"/>
          <p:cNvCxnSpPr/>
          <p:nvPr/>
        </p:nvCxnSpPr>
        <p:spPr>
          <a:xfrm>
            <a:off x="5826000" y="3690871"/>
            <a:ext cx="540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" name="Google Shape;18;p4"/>
          <p:cNvGrpSpPr/>
          <p:nvPr/>
        </p:nvGrpSpPr>
        <p:grpSpPr>
          <a:xfrm>
            <a:off x="9763121" y="4439427"/>
            <a:ext cx="1597977" cy="1549851"/>
            <a:chOff x="9623421" y="4394977"/>
            <a:chExt cx="1597977" cy="1549851"/>
          </a:xfrm>
        </p:grpSpPr>
        <p:sp>
          <p:nvSpPr>
            <p:cNvPr id="19" name="Google Shape;19;p4"/>
            <p:cNvSpPr/>
            <p:nvPr/>
          </p:nvSpPr>
          <p:spPr>
            <a:xfrm flipH="1" rot="2700000">
              <a:off x="10267789" y="4452443"/>
              <a:ext cx="571820" cy="1316717"/>
            </a:xfrm>
            <a:custGeom>
              <a:rect b="b" l="l" r="r" t="t"/>
              <a:pathLst>
                <a:path extrusionOk="0" h="1316717" w="571820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grpSp>
          <p:nvGrpSpPr>
            <p:cNvPr id="20" name="Google Shape;20;p4"/>
            <p:cNvGrpSpPr/>
            <p:nvPr/>
          </p:nvGrpSpPr>
          <p:grpSpPr>
            <a:xfrm flipH="1" rot="2700000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21" name="Google Shape;21;p4"/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rect b="b" l="l" r="r" t="t"/>
                <a:pathLst>
                  <a:path extrusionOk="0" h="1311956" w="571820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cxnSp>
            <p:nvCxnSpPr>
              <p:cNvPr id="22" name="Google Shape;22;p4"/>
              <p:cNvCxnSpPr/>
              <p:nvPr/>
            </p:nvCxnSpPr>
            <p:spPr>
              <a:xfrm>
                <a:off x="8768695" y="4330454"/>
                <a:ext cx="0" cy="16200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079500" y="2252663"/>
            <a:ext cx="4457700" cy="2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6654800" y="2252664"/>
            <a:ext cx="4451348" cy="234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i="1"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35" name="Google Shape;35;p6"/>
          <p:cNvGrpSpPr/>
          <p:nvPr/>
        </p:nvGrpSpPr>
        <p:grpSpPr>
          <a:xfrm>
            <a:off x="903520" y="1008265"/>
            <a:ext cx="1241179" cy="1192625"/>
            <a:chOff x="903520" y="1008265"/>
            <a:chExt cx="1241179" cy="1192625"/>
          </a:xfrm>
        </p:grpSpPr>
        <p:grpSp>
          <p:nvGrpSpPr>
            <p:cNvPr id="36" name="Google Shape;36;p6"/>
            <p:cNvGrpSpPr/>
            <p:nvPr/>
          </p:nvGrpSpPr>
          <p:grpSpPr>
            <a:xfrm flipH="1" rot="-2700000">
              <a:off x="1067391" y="1242261"/>
              <a:ext cx="961992" cy="724633"/>
              <a:chOff x="461917" y="958515"/>
              <a:chExt cx="961992" cy="724633"/>
            </a:xfrm>
          </p:grpSpPr>
          <p:sp>
            <p:nvSpPr>
              <p:cNvPr id="37" name="Google Shape;37;p6"/>
              <p:cNvSpPr/>
              <p:nvPr/>
            </p:nvSpPr>
            <p:spPr>
              <a:xfrm flipH="1" rot="8100000">
                <a:off x="558167" y="1122160"/>
                <a:ext cx="464738" cy="464738"/>
              </a:xfrm>
              <a:custGeom>
                <a:rect b="b" l="l" r="r" t="t"/>
                <a:pathLst>
                  <a:path extrusionOk="0" h="464738" w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38" name="Google Shape;38;p6"/>
              <p:cNvSpPr/>
              <p:nvPr/>
            </p:nvSpPr>
            <p:spPr>
              <a:xfrm flipH="1" rot="5400000">
                <a:off x="959170" y="958515"/>
                <a:ext cx="464739" cy="464739"/>
              </a:xfrm>
              <a:custGeom>
                <a:rect b="b" l="l" r="r" t="t"/>
                <a:pathLst>
                  <a:path extrusionOk="0" h="464739" w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</p:grpSp>
        <p:grpSp>
          <p:nvGrpSpPr>
            <p:cNvPr id="39" name="Google Shape;39;p6"/>
            <p:cNvGrpSpPr/>
            <p:nvPr/>
          </p:nvGrpSpPr>
          <p:grpSpPr>
            <a:xfrm>
              <a:off x="903520" y="1063906"/>
              <a:ext cx="960256" cy="901092"/>
              <a:chOff x="2111720" y="2516203"/>
              <a:chExt cx="960256" cy="901092"/>
            </a:xfrm>
          </p:grpSpPr>
          <p:sp>
            <p:nvSpPr>
              <p:cNvPr id="40" name="Google Shape;40;p6"/>
              <p:cNvSpPr/>
              <p:nvPr/>
            </p:nvSpPr>
            <p:spPr>
              <a:xfrm rot="-8100000">
                <a:off x="2207971" y="2856305"/>
                <a:ext cx="464739" cy="464739"/>
              </a:xfrm>
              <a:custGeom>
                <a:rect b="b" l="l" r="r" t="t"/>
                <a:pathLst>
                  <a:path extrusionOk="0" h="464739" w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sp>
            <p:nvSpPr>
              <p:cNvPr id="41" name="Google Shape;41;p6"/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rect b="b" l="l" r="r" t="t"/>
                <a:pathLst>
                  <a:path extrusionOk="0" h="464738" w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cap="flat" cmpd="sng" w="127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Avenir"/>
                  <a:ea typeface="Avenir"/>
                  <a:cs typeface="Avenir"/>
                  <a:sym typeface="Avenir"/>
                </a:endParaRPr>
              </a:p>
            </p:txBody>
          </p:sp>
          <p:grpSp>
            <p:nvGrpSpPr>
              <p:cNvPr id="42" name="Google Shape;42;p6"/>
              <p:cNvGrpSpPr/>
              <p:nvPr/>
            </p:nvGrpSpPr>
            <p:grpSpPr>
              <a:xfrm>
                <a:off x="2435580" y="2516203"/>
                <a:ext cx="636396" cy="900662"/>
                <a:chOff x="2435580" y="2516203"/>
                <a:chExt cx="636396" cy="900662"/>
              </a:xfrm>
            </p:grpSpPr>
            <p:cxnSp>
              <p:nvCxnSpPr>
                <p:cNvPr id="43" name="Google Shape;43;p6"/>
                <p:cNvCxnSpPr/>
                <p:nvPr/>
              </p:nvCxnSpPr>
              <p:spPr>
                <a:xfrm rot="10800000">
                  <a:off x="2440769" y="2516865"/>
                  <a:ext cx="0" cy="900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4" name="Google Shape;44;p6"/>
                <p:cNvCxnSpPr/>
                <p:nvPr/>
              </p:nvCxnSpPr>
              <p:spPr>
                <a:xfrm rot="10800000">
                  <a:off x="2753778" y="2384401"/>
                  <a:ext cx="0" cy="90000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</p:grpSp>
      <p:grpSp>
        <p:nvGrpSpPr>
          <p:cNvPr id="45" name="Google Shape;45;p6"/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46" name="Google Shape;46;p6"/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rgbClr val="EBBAB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endParaRPr>
            </a:p>
          </p:txBody>
        </p:sp>
      </p:grpSp>
      <p:cxnSp>
        <p:nvCxnSpPr>
          <p:cNvPr id="48" name="Google Shape;48;p6"/>
          <p:cNvCxnSpPr/>
          <p:nvPr/>
        </p:nvCxnSpPr>
        <p:spPr>
          <a:xfrm rot="5400000">
            <a:off x="5826000" y="3429001"/>
            <a:ext cx="5400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body"/>
          </p:nvPr>
        </p:nvSpPr>
        <p:spPr>
          <a:xfrm>
            <a:off x="1085850" y="1790700"/>
            <a:ext cx="474015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2" type="body"/>
          </p:nvPr>
        </p:nvSpPr>
        <p:spPr>
          <a:xfrm>
            <a:off x="6366000" y="1790700"/>
            <a:ext cx="474015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body"/>
          </p:nvPr>
        </p:nvSpPr>
        <p:spPr>
          <a:xfrm>
            <a:off x="1079500" y="1854200"/>
            <a:ext cx="4741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b="1" sz="20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1079500" y="2525561"/>
            <a:ext cx="4741200" cy="3243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6364950" y="1854200"/>
            <a:ext cx="47412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b="1" sz="20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venir"/>
              <a:buNone/>
              <a:defRPr b="1" sz="16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6364950" y="2525560"/>
            <a:ext cx="4741200" cy="3243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1079500" y="1079500"/>
            <a:ext cx="10026650" cy="4689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1071607" y="1011238"/>
            <a:ext cx="3906000" cy="12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5537200" y="955230"/>
            <a:ext cx="5583193" cy="4813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800"/>
              <a:buFont typeface="Avenir"/>
              <a:buNone/>
              <a:defRPr sz="48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4800"/>
              <a:buFont typeface="Avenir"/>
              <a:buNone/>
              <a:defRPr sz="48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venir"/>
              <a:buNone/>
              <a:defRPr sz="2000"/>
            </a:lvl4pPr>
            <a:lvl5pPr indent="-355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2000"/>
              <a:buChar char="·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7" name="Google Shape;77;p11"/>
          <p:cNvSpPr txBox="1"/>
          <p:nvPr>
            <p:ph idx="2" type="body"/>
          </p:nvPr>
        </p:nvSpPr>
        <p:spPr>
          <a:xfrm>
            <a:off x="1079499" y="2664000"/>
            <a:ext cx="3905999" cy="31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venir"/>
              <a:buNone/>
              <a:defRPr sz="14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1079501" y="1011238"/>
            <a:ext cx="3905250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/>
          <p:nvPr>
            <p:ph idx="2" type="pic"/>
          </p:nvPr>
        </p:nvSpPr>
        <p:spPr>
          <a:xfrm>
            <a:off x="5537200" y="531813"/>
            <a:ext cx="6113812" cy="5784849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2"/>
          <p:cNvSpPr txBox="1"/>
          <p:nvPr>
            <p:ph idx="1" type="body"/>
          </p:nvPr>
        </p:nvSpPr>
        <p:spPr>
          <a:xfrm>
            <a:off x="1079500" y="2663825"/>
            <a:ext cx="3905250" cy="310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400"/>
              <a:buFont typeface="Avenir"/>
              <a:buNone/>
              <a:defRPr sz="1400"/>
            </a:lvl2pPr>
            <a:lvl3pPr indent="-2286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Avenir"/>
              <a:buNone/>
              <a:defRPr sz="1000"/>
            </a:lvl4pPr>
            <a:lvl5pPr indent="-2286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5" name="Google Shape;85;p12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 rot="5400000">
            <a:off x="4103688" y="-1233487"/>
            <a:ext cx="3978275" cy="10026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 rot="5400000">
            <a:off x="8200672" y="2777907"/>
            <a:ext cx="4689476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 rot="5400000">
            <a:off x="2982733" y="-823733"/>
            <a:ext cx="4689476" cy="84959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SzPts val="1800"/>
              <a:buChar char="·"/>
              <a:defRPr/>
            </a:lvl1pPr>
            <a:lvl2pPr indent="-228600" lvl="1" marL="9144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indent="-342900" lvl="2" marL="13716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3pPr>
            <a:lvl4pPr indent="-228600" lvl="3" marL="18288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indent="-342900" lvl="4" marL="228600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SzPts val="1800"/>
              <a:buChar char="·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ckwell"/>
              <a:buNone/>
              <a:defRPr b="0" i="0" sz="2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marR="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EBBAB0"/>
              </a:buClr>
              <a:buSzPts val="2000"/>
              <a:buFont typeface="Noto Sans Symbols"/>
              <a:buChar char="·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BBAB0"/>
              </a:buClr>
              <a:buSzPts val="2000"/>
              <a:buFont typeface="Avenir"/>
              <a:buNone/>
              <a:defRPr b="0" i="1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355600" lvl="2" marL="13716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BBAB0"/>
              </a:buClr>
              <a:buSzPts val="2000"/>
              <a:buFont typeface="Noto Sans Symbols"/>
              <a:buChar char="·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BBAB0"/>
              </a:buClr>
              <a:buSzPts val="2000"/>
              <a:buFont typeface="Avenir"/>
              <a:buNone/>
              <a:defRPr b="0" i="1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355600" lvl="4" marL="22860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rgbClr val="EBBAB0"/>
              </a:buClr>
              <a:buSzPts val="2000"/>
              <a:buFont typeface="Noto Sans Symbols"/>
              <a:buChar char="·"/>
              <a:defRPr b="0" i="0" sz="2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Colori pastello su design di superficie sfumata" id="105" name="Google Shape;105;p1"/>
          <p:cNvPicPr preferRelativeResize="0"/>
          <p:nvPr/>
        </p:nvPicPr>
        <p:blipFill rotWithShape="1">
          <a:blip r:embed="rId3">
            <a:alphaModFix/>
          </a:blip>
          <a:srcRect b="13212" l="0" r="0" t="9153"/>
          <a:stretch/>
        </p:blipFill>
        <p:spPr>
          <a:xfrm>
            <a:off x="-9919" y="1"/>
            <a:ext cx="12191980" cy="684806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>
            <a:noFill/>
          </a:ln>
        </p:spPr>
      </p:pic>
      <p:graphicFrame>
        <p:nvGraphicFramePr>
          <p:cNvPr id="106" name="Google Shape;106;p1"/>
          <p:cNvGraphicFramePr/>
          <p:nvPr/>
        </p:nvGraphicFramePr>
        <p:xfrm>
          <a:off x="0" y="-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{92AC9DAC-A92F-4F1F-82F0-4973E98021F9}</a:tableStyleId>
              </a:tblPr>
              <a:tblGrid>
                <a:gridCol w="1741725"/>
                <a:gridCol w="1741725"/>
                <a:gridCol w="1741725"/>
                <a:gridCol w="1741725"/>
                <a:gridCol w="1741725"/>
                <a:gridCol w="1741725"/>
                <a:gridCol w="1741725"/>
              </a:tblGrid>
              <a:tr h="17120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خ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ح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ḥ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ج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ث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ṯ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ت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</a:t>
                      </a:r>
                      <a:endParaRPr b="1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36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ب b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ا</a:t>
                      </a:r>
                      <a:endParaRPr b="1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28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’a /’i /’ou </a:t>
                      </a:r>
                      <a:endParaRPr b="1" sz="28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7120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ص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ṣ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ش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س s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ز z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ر r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ذ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ḏ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د d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7120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ق q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ف f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غ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gh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ع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ˁ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ظ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ẓ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ط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ṭ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ض </a:t>
                      </a:r>
                      <a:r>
                        <a:rPr b="1" i="0" lang="it-IT" sz="4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ḍ</a:t>
                      </a:r>
                      <a:endParaRPr b="1" i="0" sz="4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7120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ي 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و w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ه 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ن n</a:t>
                      </a:r>
                      <a:endParaRPr b="1" i="0" sz="44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م 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ل 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400"/>
                        <a:buFont typeface="Times New Roman"/>
                        <a:buNone/>
                      </a:pPr>
                      <a:r>
                        <a:rPr b="1" i="0" lang="it-IT" sz="44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ك k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12" name="Google Shape;112;p2"/>
          <p:cNvGraphicFramePr/>
          <p:nvPr/>
        </p:nvGraphicFramePr>
        <p:xfrm>
          <a:off x="1670335" y="569512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{92AC9DAC-A92F-4F1F-82F0-4973E98021F9}</a:tableStyleId>
              </a:tblPr>
              <a:tblGrid>
                <a:gridCol w="2207875"/>
                <a:gridCol w="2207875"/>
                <a:gridCol w="2207875"/>
                <a:gridCol w="2207875"/>
              </a:tblGrid>
              <a:tr h="1162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ā</a:t>
                      </a:r>
                      <a:r>
                        <a:rPr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ī</a:t>
                      </a:r>
                      <a:r>
                        <a:rPr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oū</a:t>
                      </a:r>
                      <a:r>
                        <a:rPr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</a:t>
                      </a:r>
                      <a:endParaRPr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3" name="Google Shape;113;p2"/>
          <p:cNvSpPr/>
          <p:nvPr/>
        </p:nvSpPr>
        <p:spPr>
          <a:xfrm>
            <a:off x="0" y="1492"/>
            <a:ext cx="12192000" cy="5567899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rgbClr val="A267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graphicFrame>
        <p:nvGraphicFramePr>
          <p:cNvPr id="114" name="Google Shape;114;p2"/>
          <p:cNvGraphicFramePr/>
          <p:nvPr/>
        </p:nvGraphicFramePr>
        <p:xfrm>
          <a:off x="2" y="-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{DC3C452E-CF10-49AA-87AF-8595BF6B527F}</a:tableStyleId>
              </a:tblPr>
              <a:tblGrid>
                <a:gridCol w="1741725"/>
                <a:gridCol w="1741725"/>
                <a:gridCol w="1741725"/>
                <a:gridCol w="1741725"/>
                <a:gridCol w="1550975"/>
                <a:gridCol w="1749275"/>
                <a:gridCol w="1924875"/>
              </a:tblGrid>
              <a:tr h="13856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kh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ḥ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 / g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ṯ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-IT" sz="32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/é/ i /ou</a:t>
                      </a:r>
                      <a:endParaRPr b="1" sz="32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38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ṣ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ḏ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38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gh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ˁ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ẓ (z)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ṭ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ḍ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  <a:tr h="13856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4800"/>
                        <a:buFont typeface="Avenir"/>
                        <a:buNone/>
                      </a:pPr>
                      <a:r>
                        <a:t/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4800"/>
                        <a:buFont typeface="Times New Roman"/>
                        <a:buNone/>
                      </a:pPr>
                      <a:r>
                        <a:rPr b="1" lang="it-IT" sz="4800" u="none" cap="none" strike="noStrike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endParaRPr b="1" i="0" sz="4800" u="none" cap="none" strike="noStrike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cxnSp>
        <p:nvCxnSpPr>
          <p:cNvPr id="115" name="Google Shape;115;p2"/>
          <p:cNvCxnSpPr/>
          <p:nvPr/>
        </p:nvCxnSpPr>
        <p:spPr>
          <a:xfrm>
            <a:off x="1798983" y="0"/>
            <a:ext cx="0" cy="555597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"/>
          <p:cNvCxnSpPr/>
          <p:nvPr/>
        </p:nvCxnSpPr>
        <p:spPr>
          <a:xfrm>
            <a:off x="3531705" y="-9937"/>
            <a:ext cx="0" cy="555597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"/>
          <p:cNvCxnSpPr/>
          <p:nvPr/>
        </p:nvCxnSpPr>
        <p:spPr>
          <a:xfrm>
            <a:off x="5324062" y="4970"/>
            <a:ext cx="0" cy="555597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"/>
          <p:cNvCxnSpPr/>
          <p:nvPr/>
        </p:nvCxnSpPr>
        <p:spPr>
          <a:xfrm>
            <a:off x="7076662" y="0"/>
            <a:ext cx="0" cy="555597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"/>
          <p:cNvCxnSpPr/>
          <p:nvPr/>
        </p:nvCxnSpPr>
        <p:spPr>
          <a:xfrm>
            <a:off x="8908776" y="-13417"/>
            <a:ext cx="0" cy="555597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"/>
          <p:cNvCxnSpPr/>
          <p:nvPr/>
        </p:nvCxnSpPr>
        <p:spPr>
          <a:xfrm>
            <a:off x="10283146" y="13417"/>
            <a:ext cx="0" cy="5555974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"/>
          <p:cNvCxnSpPr/>
          <p:nvPr/>
        </p:nvCxnSpPr>
        <p:spPr>
          <a:xfrm>
            <a:off x="2" y="1500809"/>
            <a:ext cx="12191998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"/>
          <p:cNvCxnSpPr/>
          <p:nvPr/>
        </p:nvCxnSpPr>
        <p:spPr>
          <a:xfrm>
            <a:off x="0" y="3044687"/>
            <a:ext cx="12191998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"/>
          <p:cNvCxnSpPr/>
          <p:nvPr/>
        </p:nvCxnSpPr>
        <p:spPr>
          <a:xfrm>
            <a:off x="2" y="4310270"/>
            <a:ext cx="12191998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afVTI">
  <a:themeElements>
    <a:clrScheme name="AnalogousFromLightSeedLeftStep">
      <a:dk1>
        <a:srgbClr val="000000"/>
      </a:dk1>
      <a:lt1>
        <a:srgbClr val="FFFFFF"/>
      </a:lt1>
      <a:dk2>
        <a:srgbClr val="41242B"/>
      </a:dk2>
      <a:lt2>
        <a:srgbClr val="E2E7E8"/>
      </a:lt2>
      <a:accent1>
        <a:srgbClr val="DF8E7E"/>
      </a:accent1>
      <a:accent2>
        <a:srgbClr val="D8617E"/>
      </a:accent2>
      <a:accent3>
        <a:srgbClr val="DF7EBE"/>
      </a:accent3>
      <a:accent4>
        <a:srgbClr val="CE61D8"/>
      </a:accent4>
      <a:accent5>
        <a:srgbClr val="AF7EDF"/>
      </a:accent5>
      <a:accent6>
        <a:srgbClr val="6B61D8"/>
      </a:accent6>
      <a:hlink>
        <a:srgbClr val="5A8B95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2021-08-28T13:12:39Z</dcterms:created>
  <dc:creator>Leila Alami</dc:creator>
</cp:coreProperties>
</file>