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8" roundtripDataSignature="AMtx7mgBFdQcfhquGaTeIe7d6xR1ZXps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9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حُرُوف الْعَطْف، الْجَرّ…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Conjonctions, prépositions...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				مِن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				عَن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				عَلَى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 dessus		فُوق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 dessous		تَحْت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à côté de			جَنْب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9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(du-des) 	  	       مِن</a:t>
            </a:r>
            <a:endParaRPr b="1" sz="3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خَرَجْتُو إِمْتَى مِنِ الْبيت؟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Quand est-ce que vous êtes sortis de la maison?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(argument)		عَن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اِلْكِتَاب مُفِيد جِدًّا، دَا بِيِتْكَلِّم عَن الطِّبّ.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 livre est très utile, il parle de la médecine.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		عَلَى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حَطِّيتِ الْكِتَاب (عَلَى) عَالطَّرَبِيزَة زَيِّ مَا قُلْتِلَك؟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as mis le livre sur la table comme je t’ai demandé?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9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 dessus		فُوق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صَاحْبِي سَاكِن فُوقِ السُّطُوح.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 ami habite sur le toit d’un immeuble.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 dessous		تَحْت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اِلْقُطَّة نَايْمَة تَحْت مَكْتَبِك.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chatte dort sous votre bureau.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à côté de			جَنْب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اِلْجَامْعَة بِتَاعِت نِسْرِين جَنْب مَدْرَسِة سَوْسَن.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L’université de Nisrine est à côté de l’école de Susanne.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2023-02-09T20:59:51Z</dcterms:created>
  <dc:creator>Leila Alami</dc:creator>
</cp:coreProperties>
</file>