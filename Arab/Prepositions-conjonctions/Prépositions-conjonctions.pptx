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8" roundtripDataSignature="AMtx7mgTOV/r1S3e90kqegR1eCFiD0VT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حُرُوف الْعَطْف، الْجَرّ…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Conjonctions, prépositions...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				وَ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Avant			قَبْل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Avec			مَعَ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/ à (appartenir à‹)			ل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Après			بَعْد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Mais (aussi stop/seulement)			بَسّ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	  	       وَ</a:t>
            </a:r>
            <a:endParaRPr b="1" sz="3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وِالْمَدَام فِالْبِيت دِي الْوَقْت.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ce moment, ma femme et moi, nous sommes à la maison.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Avec		مَع</a:t>
            </a: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َ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رُحْتِ مَعَ مِين السِّينِمَا؟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Avec qui tu es allé (e) au cinéma?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		ل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اِحْنَا عَارْفِين اللِّي لِينَا وِاللِّي عَلِينَا. (اِلْحُقُوق وِالْوَاجِبَات)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connaissons nos droits et nos devoirs.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Avant		قَبْل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تَعَالِي أَكَّلِّم (أَتْكَلِّم) مَعَاكِ شْوَيَ قَبْلِ مَا تُخْرُجِي.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Viens, je veux te parler un peu avant que tu sortes.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Après		بَعْد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بَعْدِ كُلِّ اللِّي عَمَلِتُو أُخْتَك مَعَاك بِتِطْرُدْهَا مِنِ الْبِيت؟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Après tout ce que ta sœur a fait pour toi, tu la chasses de ta maison?</a:t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Mais		بَسّ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تْرُوحُو تِسْكُنُو فْبِيتْكُو الْجِدِيد بَسِّ تِيجُو تْزُورُنِي مَرَّة فِالشَّهْر.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pouvez habiter dans votre nouvelle maison mais vous deveriez me rendre visite une fois par mois.</a:t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2023-02-09T20:59:51Z</dcterms:created>
  <dc:creator>Leila Alami</dc:creator>
</cp:coreProperties>
</file>