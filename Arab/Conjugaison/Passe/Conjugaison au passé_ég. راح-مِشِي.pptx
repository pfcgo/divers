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5"/>
  </p:notesMasterIdLst>
  <p:sldIdLst>
    <p:sldId id="256" r:id="rId2"/>
    <p:sldId id="267" r:id="rId3"/>
    <p:sldId id="266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B26ED-034F-4E43-9F84-D537289DE0EE}" type="datetimeFigureOut">
              <a:rPr lang="it-IT" smtClean="0"/>
              <a:t>31/03/23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50109-31A3-954A-8CD5-4A84745F94D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9490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50109-31A3-954A-8CD5-4A84745F94D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8911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7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8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5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01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5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2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6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Friday, March 31,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5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Friday, March 31, 2023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0203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مِشِي</a:t>
            </a:r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مْشِيت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مْشِيت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مْشِيتِ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مِشِي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مِشْيِت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</a:t>
            </a:r>
            <a:r>
              <a:rPr lang="it-IT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مْشِينَا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مْشِيتُو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مِشْيُو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6533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045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رَاح</a:t>
            </a:r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رُحْت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رُحْت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رُحْتِ</a:t>
            </a:r>
            <a:endParaRPr lang="it-IT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رَاح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رَاحِت</a:t>
            </a:r>
            <a:endParaRPr lang="it-IT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</a:t>
            </a:r>
            <a:r>
              <a:rPr lang="it-IT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رُحْنَا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رُحْتُو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رَاحُو</a:t>
            </a:r>
            <a:endParaRPr lang="it-IT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6533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448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0" r="20846" b="-1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429E605-E1DD-5AE0-FEB7-CF621FFE85C5}"/>
              </a:ext>
            </a:extLst>
          </p:cNvPr>
          <p:cNvSpPr/>
          <p:nvPr/>
        </p:nvSpPr>
        <p:spPr>
          <a:xfrm>
            <a:off x="760930" y="1166648"/>
            <a:ext cx="11151476" cy="56624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it-IT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رُحْتُو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فِين؟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où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أَنَا رُحْت الْجَامْعَة مِتْأَخَّرَة.</a:t>
            </a: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all’université en retard.</a:t>
            </a:r>
          </a:p>
          <a:p>
            <a:pPr marL="0" algn="ctr" defTabSz="914400" rtl="1" eaLnBrk="1" latinLnBrk="0" hangingPunct="1"/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3- خَدِيجَة رَاحِت الشُّغْل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بِالْأُوتُبِيس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Khadija a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bus pour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travail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اِحْنَا رُحْنَا لْمَصْر أَكْثَر مِن مَرَّة.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Egypte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plusieurs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fois / plus d’une fois.</a:t>
            </a: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3FFF888-C84D-B46F-BF70-FA3506BC1BCC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690864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RegularSeedRightStep">
      <a:dk1>
        <a:srgbClr val="000000"/>
      </a:dk1>
      <a:lt1>
        <a:srgbClr val="FFFFFF"/>
      </a:lt1>
      <a:dk2>
        <a:srgbClr val="223A3D"/>
      </a:dk2>
      <a:lt2>
        <a:srgbClr val="E2E8E8"/>
      </a:lt2>
      <a:accent1>
        <a:srgbClr val="E73429"/>
      </a:accent1>
      <a:accent2>
        <a:srgbClr val="D57117"/>
      </a:accent2>
      <a:accent3>
        <a:srgbClr val="B4A420"/>
      </a:accent3>
      <a:accent4>
        <a:srgbClr val="80B113"/>
      </a:accent4>
      <a:accent5>
        <a:srgbClr val="4AB821"/>
      </a:accent5>
      <a:accent6>
        <a:srgbClr val="14BC2C"/>
      </a:accent6>
      <a:hlink>
        <a:srgbClr val="329096"/>
      </a:hlink>
      <a:folHlink>
        <a:srgbClr val="7F7F7F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162</Words>
  <Application>Microsoft Macintosh PowerPoint</Application>
  <PresentationFormat>Widescreen</PresentationFormat>
  <Paragraphs>63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Arial</vt:lpstr>
      <vt:lpstr>Calibri</vt:lpstr>
      <vt:lpstr>Gill Sans Nova</vt:lpstr>
      <vt:lpstr>Times New Roman</vt:lpstr>
      <vt:lpstr>GradientRiseVTI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79</cp:revision>
  <dcterms:created xsi:type="dcterms:W3CDTF">2023-02-07T11:23:42Z</dcterms:created>
  <dcterms:modified xsi:type="dcterms:W3CDTF">2023-03-31T14:21:45Z</dcterms:modified>
</cp:coreProperties>
</file>