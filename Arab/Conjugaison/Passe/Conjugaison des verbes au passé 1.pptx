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-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Friday, February 10,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Friday, February 10,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7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Friday, February 10,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83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Friday, February 10,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550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Friday, February 10,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018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Friday, February 10,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Friday, February 10,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52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Friday, February 10,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2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Friday, February 10,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6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Friday, February 10,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7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Friday, February 10,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54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Friday, February 10, 2023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0203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composé</a:t>
            </a:r>
            <a:endParaRPr lang="it-IT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it-IT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faire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avez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it-IT" sz="28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lang="it-IT" sz="28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</a:t>
            </a:r>
            <a:r>
              <a:rPr lang="it-IT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it-IT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it-IT" sz="2800" b="1" u="sng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ˁal</a:t>
            </a:r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it-IT" sz="2800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ā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it-IT" sz="2800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ˁal</a:t>
            </a:r>
            <a:r>
              <a:rPr lang="it-IT" sz="2800" b="1" strike="noStrike" kern="1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it-IT" sz="2800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ˁal</a:t>
            </a:r>
            <a:r>
              <a:rPr lang="it-IT" sz="2800" b="1" strike="noStrike" kern="1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it-IT" sz="2800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ˁal</a:t>
            </a:r>
            <a:r>
              <a:rPr lang="it-IT" sz="2800" b="1" strike="noStrike" kern="1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houwa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it-IT" sz="2800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ˁal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hiya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it-IT" sz="2800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ˁal</a:t>
            </a:r>
            <a:r>
              <a:rPr lang="it-IT" sz="2800" b="1" strike="noStrike" kern="1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i="0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iḥna</a:t>
            </a:r>
            <a:r>
              <a:rPr lang="it-IT" sz="2800" i="0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it-IT" sz="2800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ˁal</a:t>
            </a:r>
            <a:r>
              <a:rPr lang="it-IT" sz="2800" b="1" strike="noStrike" kern="1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intou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it-IT" sz="2800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ˁal</a:t>
            </a:r>
            <a:r>
              <a:rPr lang="it-IT" sz="2800" b="1" strike="noStrike" kern="1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tou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houmma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it-IT" sz="2800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ˁal</a:t>
            </a:r>
            <a:r>
              <a:rPr lang="it-IT" sz="2800" b="1" strike="noStrike" kern="12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>
            <a:cxnSpLocks/>
          </p:cNvCxnSpPr>
          <p:nvPr/>
        </p:nvCxnSpPr>
        <p:spPr>
          <a:xfrm>
            <a:off x="6379779" y="1250303"/>
            <a:ext cx="0" cy="56533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045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composé</a:t>
            </a:r>
            <a:endParaRPr lang="it-IT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it-IT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sortir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sorti/e</a:t>
            </a: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es sorti</a:t>
            </a: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es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sortie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sorti</a:t>
            </a: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est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sortie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elles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sorties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it-IT" sz="28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lang="it-IT" sz="28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</a:t>
            </a:r>
            <a:r>
              <a:rPr lang="it-IT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it-IT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kharag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it-IT" sz="2800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ā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kharag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kharag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kharag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houwa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kharag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hiya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kharag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i="0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iḥna</a:t>
            </a:r>
            <a:r>
              <a:rPr lang="it-IT" sz="2800" b="1" i="0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kharag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intou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kharag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houmma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kharag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>
            <a:cxnSpLocks/>
          </p:cNvCxnSpPr>
          <p:nvPr/>
        </p:nvCxnSpPr>
        <p:spPr>
          <a:xfrm>
            <a:off x="6379779" y="1250303"/>
            <a:ext cx="0" cy="56533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77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composé</a:t>
            </a:r>
            <a:endParaRPr lang="it-IT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3"/>
            <a:ext cx="3815258" cy="555371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it-IT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écrire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écrit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écrit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écrit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écrit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écrit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écrit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avez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écrit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écrit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56033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it-IT" sz="28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lang="it-IT" sz="28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</a:t>
            </a:r>
            <a:r>
              <a:rPr lang="it-IT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it-IT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katab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it-IT" sz="2800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ā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katab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katab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katab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houwa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katab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hiya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katab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i="0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iḥna</a:t>
            </a:r>
            <a:r>
              <a:rPr lang="it-IT" sz="2800" b="1" i="0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katab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intou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katabt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houmma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katab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/>
          <p:nvPr/>
        </p:nvCxnSpPr>
        <p:spPr>
          <a:xfrm>
            <a:off x="6379779" y="1250303"/>
            <a:ext cx="0" cy="555371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57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composé</a:t>
            </a:r>
            <a:endParaRPr lang="it-IT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3"/>
            <a:ext cx="3815258" cy="555371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</a:t>
            </a:r>
            <a:r>
              <a:rPr lang="it-IT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r>
              <a:rPr lang="it-IT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avez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56033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it-IT" sz="28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lang="it-IT" sz="28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</a:t>
            </a:r>
            <a:r>
              <a:rPr lang="it-IT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</a:t>
            </a:r>
            <a:r>
              <a:rPr lang="it-IT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chérib</a:t>
            </a:r>
            <a:r>
              <a:rPr lang="it-IT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it-IT" sz="2800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ā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chrib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chrib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chrib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houwa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chérib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hiya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chérb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i="0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iḥna</a:t>
            </a:r>
            <a:r>
              <a:rPr lang="it-IT" sz="2800" b="1" i="0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chrib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intou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chrib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houmma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chérb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/>
          <p:nvPr/>
        </p:nvCxnSpPr>
        <p:spPr>
          <a:xfrm>
            <a:off x="6379779" y="1250303"/>
            <a:ext cx="0" cy="555371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626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composé</a:t>
            </a:r>
            <a:endParaRPr lang="it-IT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3"/>
            <a:ext cx="3815258" cy="555371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</a:t>
            </a:r>
            <a:r>
              <a:rPr lang="it-IT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comprendre</a:t>
            </a:r>
            <a:r>
              <a:rPr lang="it-IT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avez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56033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it-IT" sz="28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lang="it-IT" sz="28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</a:t>
            </a:r>
            <a:r>
              <a:rPr lang="it-IT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</a:t>
            </a:r>
            <a:r>
              <a:rPr lang="it-IT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féhim</a:t>
            </a:r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it-IT" sz="2800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ā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fhim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fhim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fhim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houwa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féhim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hiya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féhm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i="0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iḥna</a:t>
            </a:r>
            <a:r>
              <a:rPr lang="it-IT" sz="2800" b="1" i="0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fhim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intou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fhim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houmma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féhm</a:t>
            </a:r>
            <a:r>
              <a:rPr lang="it-IT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/>
          <p:nvPr/>
        </p:nvCxnSpPr>
        <p:spPr>
          <a:xfrm>
            <a:off x="6379779" y="1250303"/>
            <a:ext cx="0" cy="555371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169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2259724" y="1135117"/>
            <a:ext cx="7620000" cy="73064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Conjuguez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suivants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defTabSz="914400" rtl="1" eaLnBrk="1" latinLnBrk="0" hangingPunct="1"/>
            <a:endParaRPr lang="it-IT" sz="2800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sémi</a:t>
            </a:r>
            <a:r>
              <a:rPr lang="it-IT" sz="3600" b="1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</a:t>
            </a:r>
            <a:r>
              <a:rPr lang="it-IT" sz="2800" b="1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it-IT" sz="2800" b="1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dakhal</a:t>
            </a:r>
            <a:r>
              <a:rPr lang="it-IT" sz="2800" b="1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it-IT" sz="2800" b="1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akal</a:t>
            </a:r>
            <a:r>
              <a:rPr lang="it-IT" sz="2800" b="1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it-IT" sz="2800" b="1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lebes</a:t>
            </a:r>
            <a:endParaRPr lang="it-IT" sz="2800" b="1" strike="noStrike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Formez des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phrases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avec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defTabSz="914400" rtl="1" eaLnBrk="1" latinLnBrk="0" hangingPunct="1"/>
            <a:endParaRPr lang="it-IT" sz="2800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b="1" u="none" strike="noStrike" kern="12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ṭ</a:t>
            </a:r>
            <a:r>
              <a:rPr lang="it-IT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alab</a:t>
            </a:r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it-IT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lamas</a:t>
            </a:r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it-IT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daras</a:t>
            </a:r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it-IT" sz="2800" b="1" strike="noStrike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ˁaraf</a:t>
            </a:r>
            <a:r>
              <a:rPr lang="it-IT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rtl="1"/>
            <a:endParaRPr lang="it-IT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it-IT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Traduire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phrases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suivantes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égyptien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rtl="1"/>
            <a:endParaRPr lang="it-IT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sortie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matin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rtl="1"/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mangé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pommes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rtl="1"/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tout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rtl="1"/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avez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beaucoup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d’eau.</a:t>
            </a:r>
          </a:p>
        </p:txBody>
      </p:sp>
      <p:sp>
        <p:nvSpPr>
          <p:cNvPr id="2" name="Preparazione 1">
            <a:extLst>
              <a:ext uri="{FF2B5EF4-FFF2-40B4-BE49-F238E27FC236}">
                <a16:creationId xmlns:a16="http://schemas.microsoft.com/office/drawing/2014/main" id="{6B35F339-A105-05C7-F996-0BBE74590FAF}"/>
              </a:ext>
            </a:extLst>
          </p:cNvPr>
          <p:cNvSpPr/>
          <p:nvPr/>
        </p:nvSpPr>
        <p:spPr>
          <a:xfrm>
            <a:off x="2878764" y="21285"/>
            <a:ext cx="6432331" cy="914853"/>
          </a:xfrm>
          <a:prstGeom prst="flowChartPreparation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800" dirty="0">
                <a:latin typeface="Trattatello" panose="020F0403020200020303" pitchFamily="34" charset="0"/>
              </a:rPr>
              <a:t>Exercices</a:t>
            </a:r>
          </a:p>
        </p:txBody>
      </p:sp>
    </p:spTree>
    <p:extLst>
      <p:ext uri="{BB962C8B-B14F-4D97-AF65-F5344CB8AC3E}">
        <p14:creationId xmlns:p14="http://schemas.microsoft.com/office/powerpoint/2010/main" val="145698887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AnalogousFromRegularSeedRightStep">
      <a:dk1>
        <a:srgbClr val="000000"/>
      </a:dk1>
      <a:lt1>
        <a:srgbClr val="FFFFFF"/>
      </a:lt1>
      <a:dk2>
        <a:srgbClr val="223A3D"/>
      </a:dk2>
      <a:lt2>
        <a:srgbClr val="E2E8E8"/>
      </a:lt2>
      <a:accent1>
        <a:srgbClr val="E73429"/>
      </a:accent1>
      <a:accent2>
        <a:srgbClr val="D57117"/>
      </a:accent2>
      <a:accent3>
        <a:srgbClr val="B4A420"/>
      </a:accent3>
      <a:accent4>
        <a:srgbClr val="80B113"/>
      </a:accent4>
      <a:accent5>
        <a:srgbClr val="4AB821"/>
      </a:accent5>
      <a:accent6>
        <a:srgbClr val="14BC2C"/>
      </a:accent6>
      <a:hlink>
        <a:srgbClr val="329096"/>
      </a:hlink>
      <a:folHlink>
        <a:srgbClr val="7F7F7F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321</Words>
  <Application>Microsoft Macintosh PowerPoint</Application>
  <PresentationFormat>Widescreen</PresentationFormat>
  <Paragraphs>142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Arial</vt:lpstr>
      <vt:lpstr>Gill Sans Nova</vt:lpstr>
      <vt:lpstr>Times New Roman</vt:lpstr>
      <vt:lpstr>Trattatello</vt:lpstr>
      <vt:lpstr>GradientRiseVTI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Leila Alami</dc:creator>
  <cp:lastModifiedBy>Leila Alami</cp:lastModifiedBy>
  <cp:revision>24</cp:revision>
  <dcterms:created xsi:type="dcterms:W3CDTF">2023-02-07T11:23:42Z</dcterms:created>
  <dcterms:modified xsi:type="dcterms:W3CDTF">2023-02-10T20:24:28Z</dcterms:modified>
</cp:coreProperties>
</file>