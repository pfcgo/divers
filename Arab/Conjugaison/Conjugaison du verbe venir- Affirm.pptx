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7"/>
  </p:notesMasterIdLst>
  <p:sldIdLst>
    <p:sldId id="256" r:id="rId2"/>
    <p:sldId id="257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86BA-110A-1B45-AF96-BB374CDABA47}" type="datetimeFigureOut">
              <a:rPr lang="it-IT" smtClean="0"/>
              <a:t>26/05/23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5B0BF-8233-BB4E-8798-BB15487B7A2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66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8911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85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4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5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9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8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1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5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4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4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5/26/23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1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F5F07B-A917-442C-82D5-5719737E9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cquarello liquido e inchiostro">
            <a:extLst>
              <a:ext uri="{FF2B5EF4-FFF2-40B4-BE49-F238E27FC236}">
                <a16:creationId xmlns:a16="http://schemas.microsoft.com/office/drawing/2014/main" id="{54784989-43FC-7543-B6B0-894D29EA9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9" b="6662"/>
          <a:stretch/>
        </p:blipFill>
        <p:spPr>
          <a:xfrm>
            <a:off x="9" y="-1119"/>
            <a:ext cx="12191982" cy="68591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C3E48C-655A-4982-8E73-7FB0D9E6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" y="3307170"/>
            <a:ext cx="12191982" cy="3558767"/>
          </a:xfrm>
          <a:prstGeom prst="rect">
            <a:avLst/>
          </a:prstGeom>
          <a:gradFill>
            <a:gsLst>
              <a:gs pos="89000">
                <a:srgbClr val="000000">
                  <a:alpha val="0"/>
                </a:srgbClr>
              </a:gs>
              <a:gs pos="0">
                <a:schemeClr val="tx1"/>
              </a:gs>
              <a:gs pos="56000">
                <a:srgbClr val="000000">
                  <a:alpha val="26000"/>
                </a:srgbClr>
              </a:gs>
              <a:gs pos="14000">
                <a:srgbClr val="000000">
                  <a:alpha val="37000"/>
                </a:srgbClr>
              </a:gs>
              <a:gs pos="0">
                <a:srgbClr val="000000">
                  <a:alpha val="2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62CD71-B1C3-2825-AEED-FF678869E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307" y="1677367"/>
            <a:ext cx="8625385" cy="3252441"/>
          </a:xfrm>
          <a:noFill/>
        </p:spPr>
        <p:txBody>
          <a:bodyPr>
            <a:noAutofit/>
          </a:bodyPr>
          <a:lstStyle/>
          <a:p>
            <a: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du verbe «Venir»</a:t>
            </a:r>
            <a:b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 </a:t>
            </a:r>
            <a:r>
              <a:rPr lang="it-IT" sz="48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affirmative</a:t>
            </a:r>
            <a:b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تَصْرِيف فِعل "</a:t>
            </a:r>
            <a:r>
              <a:rPr lang="ar-SA" sz="48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جَا</a:t>
            </a:r>
            <a:r>
              <a:rPr lang="ar-SA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it-IT" sz="4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venir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(e)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(es)</a:t>
            </a: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(es) </a:t>
            </a: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defTabSz="914400" rtl="1" eaLnBrk="1" latinLnBrk="0" hangingPunct="1"/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</a:p>
          <a:p>
            <a:pPr rtl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ar-SA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جَا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جِيت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جِيت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جِيتِ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جَا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جَات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جِينَا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جِيتُو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04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جِيت مِنِين دِي الْوَقْت؟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est-ce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maintenant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نِرْمِين جَات مِنْ بَارِيس يُوم السَّبْت.</a:t>
            </a: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Nermine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Paris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samedi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إِحْنَا جِينَا مِتْأَخَّرِين وَ لَّا إِيه؟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retard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أَيْوَ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جِيتُو</a:t>
            </a:r>
            <a:r>
              <a:rPr lang="it-IT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عَنْدِنَا لَمَّا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كُنْتُو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صْغَيَّرِين.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petits. 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690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présent</a:t>
            </a: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081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endParaRPr lang="ar-SA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venir</a:t>
            </a:r>
            <a:endParaRPr lang="ar-SA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venons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venez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viennent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جَا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بَاجِي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بِتِيجِي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بِيِيجِ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بِتِيجِي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بِنِيجِ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بِيِيجُو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5980386" y="1250302"/>
            <a:ext cx="0" cy="51185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أَنا بَاجِي كُلِّ يُوم الْمُسْتَشْفَى أَزُور صَاحْبِتِي.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à </a:t>
            </a:r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l’h</a:t>
            </a:r>
            <a:r>
              <a:rPr lang="it-IT" sz="32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pital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rendre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visite à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amie.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بِتِيجِي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النَّادِي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إِمْتَى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؟ عُمْرِي مَا شُفْتِك هِنَا.</a:t>
            </a: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Club ? Je ne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t’ai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jamais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أَمِيرَة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بِتِيجِي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عَنْدِ خَالِتْهَا مَرَّة فِالْأُسْبُوع.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Amira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tante m. une fois par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هُمَّا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بِيِيجُو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يْزُرُوكُو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فِي الْعِيد عَلَى الْأَقَلّ؟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viennent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rendre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pendant la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7899620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AnalogousFromRegularSeedRightStep">
      <a:dk1>
        <a:srgbClr val="000000"/>
      </a:dk1>
      <a:lt1>
        <a:srgbClr val="FFFFFF"/>
      </a:lt1>
      <a:dk2>
        <a:srgbClr val="2E1B30"/>
      </a:dk2>
      <a:lt2>
        <a:srgbClr val="F3F0F0"/>
      </a:lt2>
      <a:accent1>
        <a:srgbClr val="45AFAD"/>
      </a:accent1>
      <a:accent2>
        <a:srgbClr val="3B82B1"/>
      </a:accent2>
      <a:accent3>
        <a:srgbClr val="4D63C3"/>
      </a:accent3>
      <a:accent4>
        <a:srgbClr val="593EB3"/>
      </a:accent4>
      <a:accent5>
        <a:srgbClr val="994DC3"/>
      </a:accent5>
      <a:accent6>
        <a:srgbClr val="B13BAA"/>
      </a:accent6>
      <a:hlink>
        <a:srgbClr val="BF3F42"/>
      </a:hlink>
      <a:folHlink>
        <a:srgbClr val="7F7F7F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282</Words>
  <Application>Microsoft Macintosh PowerPoint</Application>
  <PresentationFormat>Widescreen</PresentationFormat>
  <Paragraphs>77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Modern Love</vt:lpstr>
      <vt:lpstr>Times New Roman</vt:lpstr>
      <vt:lpstr>BohemianVTI</vt:lpstr>
      <vt:lpstr>Conjugaison du verbe «Venir»  Forme affirmative  تَصْرِيف فِعل "جَا"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Conjugaison du verbe «aller»  تَصْرِيف فِعل "رَاح"</dc:title>
  <dc:creator>Leila Alami</dc:creator>
  <cp:lastModifiedBy>Leila Alami</cp:lastModifiedBy>
  <cp:revision>15</cp:revision>
  <dcterms:created xsi:type="dcterms:W3CDTF">2023-05-18T11:19:52Z</dcterms:created>
  <dcterms:modified xsi:type="dcterms:W3CDTF">2023-05-26T13:39:04Z</dcterms:modified>
</cp:coreProperties>
</file>