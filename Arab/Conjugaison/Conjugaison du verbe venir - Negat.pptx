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hPJ99yPw4Nv+R/OnskOIQBGMq4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 txBox="1"/>
          <p:nvPr>
            <p:ph type="ctrTitle"/>
          </p:nvPr>
        </p:nvSpPr>
        <p:spPr>
          <a:xfrm>
            <a:off x="1709928" y="987552"/>
            <a:ext cx="8385048" cy="30815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1" type="subTitle"/>
          </p:nvPr>
        </p:nvSpPr>
        <p:spPr>
          <a:xfrm>
            <a:off x="2905506" y="4480561"/>
            <a:ext cx="5993892" cy="1166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 cap="none"/>
            </a:lvl1pPr>
            <a:lvl2pPr lvl="1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venir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Avenir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6" name="Google Shape;76;p7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 txBox="1"/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8"/>
          <p:cNvSpPr txBox="1"/>
          <p:nvPr>
            <p:ph idx="1" type="body"/>
          </p:nvPr>
        </p:nvSpPr>
        <p:spPr>
          <a:xfrm>
            <a:off x="1069848" y="1874520"/>
            <a:ext cx="963401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8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"/>
          <p:cNvSpPr txBox="1"/>
          <p:nvPr>
            <p:ph type="title"/>
          </p:nvPr>
        </p:nvSpPr>
        <p:spPr>
          <a:xfrm>
            <a:off x="1069848" y="1709738"/>
            <a:ext cx="9430811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9"/>
          <p:cNvSpPr txBox="1"/>
          <p:nvPr>
            <p:ph idx="1" type="body"/>
          </p:nvPr>
        </p:nvSpPr>
        <p:spPr>
          <a:xfrm>
            <a:off x="1069848" y="4589463"/>
            <a:ext cx="9430811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venir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Avenir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8" name="Google Shape;88;p9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9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9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 txBox="1"/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0"/>
          <p:cNvSpPr txBox="1"/>
          <p:nvPr>
            <p:ph idx="1" type="body"/>
          </p:nvPr>
        </p:nvSpPr>
        <p:spPr>
          <a:xfrm>
            <a:off x="1069848" y="1825625"/>
            <a:ext cx="468405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0"/>
          <p:cNvSpPr txBox="1"/>
          <p:nvPr>
            <p:ph idx="2" type="body"/>
          </p:nvPr>
        </p:nvSpPr>
        <p:spPr>
          <a:xfrm>
            <a:off x="6019802" y="1825625"/>
            <a:ext cx="468405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0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0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"/>
          <p:cNvSpPr txBox="1"/>
          <p:nvPr>
            <p:ph type="title"/>
          </p:nvPr>
        </p:nvSpPr>
        <p:spPr>
          <a:xfrm>
            <a:off x="839788" y="365125"/>
            <a:ext cx="989993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" type="body"/>
          </p:nvPr>
        </p:nvSpPr>
        <p:spPr>
          <a:xfrm>
            <a:off x="839789" y="1681163"/>
            <a:ext cx="487213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 cap="none"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venir"/>
              <a:buNone/>
              <a:defRPr b="1" sz="2000"/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Avenir"/>
              <a:buNone/>
              <a:defRPr b="1" sz="1600"/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1" name="Google Shape;101;p11"/>
          <p:cNvSpPr txBox="1"/>
          <p:nvPr>
            <p:ph idx="2" type="body"/>
          </p:nvPr>
        </p:nvSpPr>
        <p:spPr>
          <a:xfrm>
            <a:off x="839787" y="2510632"/>
            <a:ext cx="4872133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venir"/>
              <a:buNone/>
              <a:defRPr b="1"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b="0"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1"/>
          <p:cNvSpPr txBox="1"/>
          <p:nvPr>
            <p:ph idx="3" type="body"/>
          </p:nvPr>
        </p:nvSpPr>
        <p:spPr>
          <a:xfrm>
            <a:off x="5889809" y="1681163"/>
            <a:ext cx="4849909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 cap="none"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venir"/>
              <a:buNone/>
              <a:defRPr b="1" sz="2000"/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Avenir"/>
              <a:buNone/>
              <a:defRPr b="1" sz="1600"/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3" name="Google Shape;103;p11"/>
          <p:cNvSpPr txBox="1"/>
          <p:nvPr>
            <p:ph idx="4" type="body"/>
          </p:nvPr>
        </p:nvSpPr>
        <p:spPr>
          <a:xfrm>
            <a:off x="5889810" y="2505075"/>
            <a:ext cx="4872134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venir"/>
              <a:buNone/>
              <a:defRPr b="1"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b="0"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1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1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1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 txBox="1"/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2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3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4"/>
          <p:cNvSpPr txBox="1"/>
          <p:nvPr>
            <p:ph idx="1" type="body"/>
          </p:nvPr>
        </p:nvSpPr>
        <p:spPr>
          <a:xfrm>
            <a:off x="5183188" y="457201"/>
            <a:ext cx="5652153" cy="540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venir"/>
              <a:buNone/>
              <a:defRPr b="1" sz="2800"/>
            </a:lvl2pPr>
            <a:lvl3pPr indent="-3810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b="0" sz="2400"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venir"/>
              <a:buNone/>
              <a:defRPr sz="2000"/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9" name="Google Shape;119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Avenir"/>
              <a:buNone/>
              <a:defRPr sz="1400"/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Avenir"/>
              <a:buNone/>
              <a:defRPr sz="1000"/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0" name="Google Shape;120;p14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4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4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Avenir"/>
              <a:buNone/>
              <a:defRPr sz="1400"/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Avenir"/>
              <a:buNone/>
              <a:defRPr sz="1000"/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7" name="Google Shape;127;p15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5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5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/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1" type="body"/>
          </p:nvPr>
        </p:nvSpPr>
        <p:spPr>
          <a:xfrm rot="5400000">
            <a:off x="3711184" y="-766817"/>
            <a:ext cx="4351338" cy="9634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16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6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17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7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7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6"/>
          <p:cNvGrpSpPr/>
          <p:nvPr/>
        </p:nvGrpSpPr>
        <p:grpSpPr>
          <a:xfrm>
            <a:off x="11096450" y="13394"/>
            <a:ext cx="494218" cy="6814823"/>
            <a:chOff x="11096450" y="13395"/>
            <a:chExt cx="494218" cy="6814823"/>
          </a:xfrm>
        </p:grpSpPr>
        <p:sp>
          <p:nvSpPr>
            <p:cNvPr id="11" name="Google Shape;11;p6"/>
            <p:cNvSpPr/>
            <p:nvPr/>
          </p:nvSpPr>
          <p:spPr>
            <a:xfrm rot="5400000">
              <a:off x="11108009" y="671857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" name="Google Shape;12;p6"/>
            <p:cNvSpPr/>
            <p:nvPr/>
          </p:nvSpPr>
          <p:spPr>
            <a:xfrm rot="5400000">
              <a:off x="11475034" y="77813"/>
              <a:ext cx="138242" cy="88130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" name="Google Shape;13;p6"/>
            <p:cNvSpPr/>
            <p:nvPr/>
          </p:nvSpPr>
          <p:spPr>
            <a:xfrm rot="5400000">
              <a:off x="11478964" y="592010"/>
              <a:ext cx="121406" cy="72626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" name="Google Shape;14;p6"/>
            <p:cNvSpPr/>
            <p:nvPr/>
          </p:nvSpPr>
          <p:spPr>
            <a:xfrm rot="5400000">
              <a:off x="11482378" y="335267"/>
              <a:ext cx="138242" cy="78339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" name="Google Shape;15;p6"/>
            <p:cNvSpPr/>
            <p:nvPr/>
          </p:nvSpPr>
          <p:spPr>
            <a:xfrm rot="5400000">
              <a:off x="11407714" y="2021691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" name="Google Shape;16;p6"/>
            <p:cNvSpPr/>
            <p:nvPr/>
          </p:nvSpPr>
          <p:spPr>
            <a:xfrm rot="5400000">
              <a:off x="11414629" y="2272420"/>
              <a:ext cx="128495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" name="Google Shape;17;p6"/>
            <p:cNvSpPr/>
            <p:nvPr/>
          </p:nvSpPr>
          <p:spPr>
            <a:xfrm rot="5400000">
              <a:off x="11426398" y="1049544"/>
              <a:ext cx="150648" cy="99554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" name="Google Shape;18;p6"/>
            <p:cNvSpPr/>
            <p:nvPr/>
          </p:nvSpPr>
          <p:spPr>
            <a:xfrm rot="5400000">
              <a:off x="11440085" y="836978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" name="Google Shape;19;p6"/>
            <p:cNvSpPr/>
            <p:nvPr/>
          </p:nvSpPr>
          <p:spPr>
            <a:xfrm rot="5400000">
              <a:off x="11427309" y="1320685"/>
              <a:ext cx="127608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" name="Google Shape;20;p6"/>
            <p:cNvSpPr/>
            <p:nvPr/>
          </p:nvSpPr>
          <p:spPr>
            <a:xfrm rot="5400000">
              <a:off x="11407470" y="1778440"/>
              <a:ext cx="131153" cy="93843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" name="Google Shape;21;p6"/>
            <p:cNvSpPr/>
            <p:nvPr/>
          </p:nvSpPr>
          <p:spPr>
            <a:xfrm rot="5400000">
              <a:off x="11404869" y="153519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" name="Google Shape;22;p6"/>
            <p:cNvSpPr/>
            <p:nvPr/>
          </p:nvSpPr>
          <p:spPr>
            <a:xfrm rot="5400000">
              <a:off x="11480119" y="1078297"/>
              <a:ext cx="9748" cy="571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" name="Google Shape;23;p6"/>
            <p:cNvSpPr/>
            <p:nvPr/>
          </p:nvSpPr>
          <p:spPr>
            <a:xfrm rot="5400000">
              <a:off x="11194111" y="86061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" name="Google Shape;24;p6"/>
            <p:cNvSpPr/>
            <p:nvPr/>
          </p:nvSpPr>
          <p:spPr>
            <a:xfrm rot="5400000">
              <a:off x="11167080" y="1015030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" name="Google Shape;25;p6"/>
            <p:cNvSpPr/>
            <p:nvPr/>
          </p:nvSpPr>
          <p:spPr>
            <a:xfrm rot="5400000">
              <a:off x="11164085" y="450599"/>
              <a:ext cx="118747" cy="81603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" name="Google Shape;26;p6"/>
            <p:cNvSpPr/>
            <p:nvPr/>
          </p:nvSpPr>
          <p:spPr>
            <a:xfrm rot="5400000">
              <a:off x="11155166" y="125380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" name="Google Shape;27;p6"/>
            <p:cNvSpPr/>
            <p:nvPr/>
          </p:nvSpPr>
          <p:spPr>
            <a:xfrm rot="5400000">
              <a:off x="11141013" y="614227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" name="Google Shape;28;p6"/>
            <p:cNvSpPr/>
            <p:nvPr/>
          </p:nvSpPr>
          <p:spPr>
            <a:xfrm rot="5400000">
              <a:off x="11155026" y="1463404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" name="Google Shape;29;p6"/>
            <p:cNvSpPr/>
            <p:nvPr/>
          </p:nvSpPr>
          <p:spPr>
            <a:xfrm rot="5400000">
              <a:off x="11101585" y="2335317"/>
              <a:ext cx="128495" cy="72626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" name="Google Shape;30;p6"/>
            <p:cNvSpPr/>
            <p:nvPr/>
          </p:nvSpPr>
          <p:spPr>
            <a:xfrm rot="5400000">
              <a:off x="11141175" y="1673149"/>
              <a:ext cx="140901" cy="93843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" name="Google Shape;31;p6"/>
            <p:cNvSpPr/>
            <p:nvPr/>
          </p:nvSpPr>
          <p:spPr>
            <a:xfrm rot="5400000">
              <a:off x="11120625" y="255502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" name="Google Shape;32;p6"/>
            <p:cNvSpPr/>
            <p:nvPr/>
          </p:nvSpPr>
          <p:spPr>
            <a:xfrm rot="5400000">
              <a:off x="11115856" y="1902943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" name="Google Shape;33;p6"/>
            <p:cNvSpPr/>
            <p:nvPr/>
          </p:nvSpPr>
          <p:spPr>
            <a:xfrm rot="5400000">
              <a:off x="11082153" y="2137303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" name="Google Shape;34;p6"/>
            <p:cNvSpPr/>
            <p:nvPr/>
          </p:nvSpPr>
          <p:spPr>
            <a:xfrm rot="5400000">
              <a:off x="11410824" y="2818299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" name="Google Shape;35;p6"/>
            <p:cNvSpPr/>
            <p:nvPr/>
          </p:nvSpPr>
          <p:spPr>
            <a:xfrm rot="5400000">
              <a:off x="11391700" y="5088176"/>
              <a:ext cx="124063" cy="87315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" name="Google Shape;36;p6"/>
            <p:cNvSpPr/>
            <p:nvPr/>
          </p:nvSpPr>
          <p:spPr>
            <a:xfrm rot="5400000">
              <a:off x="11371127" y="2531128"/>
              <a:ext cx="138242" cy="100371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" name="Google Shape;37;p6"/>
            <p:cNvSpPr/>
            <p:nvPr/>
          </p:nvSpPr>
          <p:spPr>
            <a:xfrm rot="5400000">
              <a:off x="11401349" y="473588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" name="Google Shape;38;p6"/>
            <p:cNvSpPr/>
            <p:nvPr/>
          </p:nvSpPr>
          <p:spPr>
            <a:xfrm rot="5400000">
              <a:off x="11409487" y="4455410"/>
              <a:ext cx="121406" cy="88130"/>
            </a:xfrm>
            <a:custGeom>
              <a:rect b="b" l="l" r="r" t="t"/>
              <a:pathLst>
                <a:path extrusionOk="0" h="29" w="37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" name="Google Shape;39;p6"/>
            <p:cNvSpPr/>
            <p:nvPr/>
          </p:nvSpPr>
          <p:spPr>
            <a:xfrm rot="5400000">
              <a:off x="11369848" y="4194178"/>
              <a:ext cx="143559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" name="Google Shape;40;p6"/>
            <p:cNvSpPr/>
            <p:nvPr/>
          </p:nvSpPr>
          <p:spPr>
            <a:xfrm rot="5400000">
              <a:off x="11381624" y="369169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" name="Google Shape;41;p6"/>
            <p:cNvSpPr/>
            <p:nvPr/>
          </p:nvSpPr>
          <p:spPr>
            <a:xfrm rot="5400000">
              <a:off x="11417787" y="3075050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" name="Google Shape;42;p6"/>
            <p:cNvSpPr/>
            <p:nvPr/>
          </p:nvSpPr>
          <p:spPr>
            <a:xfrm rot="5400000">
              <a:off x="11376729" y="3335597"/>
              <a:ext cx="134697" cy="84866"/>
            </a:xfrm>
            <a:custGeom>
              <a:rect b="b" l="l" r="r" t="t"/>
              <a:pathLst>
                <a:path extrusionOk="0" h="28" w="41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" name="Google Shape;43;p6"/>
            <p:cNvSpPr/>
            <p:nvPr/>
          </p:nvSpPr>
          <p:spPr>
            <a:xfrm rot="5400000">
              <a:off x="11360464" y="3934729"/>
              <a:ext cx="143559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" name="Google Shape;44;p6"/>
            <p:cNvSpPr/>
            <p:nvPr/>
          </p:nvSpPr>
          <p:spPr>
            <a:xfrm rot="5400000">
              <a:off x="11395443" y="5347417"/>
              <a:ext cx="94821" cy="69362"/>
            </a:xfrm>
            <a:custGeom>
              <a:rect b="b" l="l" r="r" t="t"/>
              <a:pathLst>
                <a:path extrusionOk="0" h="23" w="29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5" name="Google Shape;45;p6"/>
            <p:cNvSpPr/>
            <p:nvPr/>
          </p:nvSpPr>
          <p:spPr>
            <a:xfrm rot="5400000">
              <a:off x="11343434" y="5658571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6" name="Google Shape;46;p6"/>
            <p:cNvSpPr/>
            <p:nvPr/>
          </p:nvSpPr>
          <p:spPr>
            <a:xfrm rot="5400000">
              <a:off x="11324095" y="6423833"/>
              <a:ext cx="134697" cy="93843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7" name="Google Shape;47;p6"/>
            <p:cNvSpPr/>
            <p:nvPr/>
          </p:nvSpPr>
          <p:spPr>
            <a:xfrm rot="5400000">
              <a:off x="11324317" y="5897278"/>
              <a:ext cx="118747" cy="120771"/>
            </a:xfrm>
            <a:custGeom>
              <a:rect b="b" l="l" r="r" t="t"/>
              <a:pathLst>
                <a:path extrusionOk="0" h="40" w="36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8" name="Google Shape;48;p6"/>
            <p:cNvSpPr/>
            <p:nvPr/>
          </p:nvSpPr>
          <p:spPr>
            <a:xfrm rot="5400000">
              <a:off x="11356013" y="6183127"/>
              <a:ext cx="131153" cy="72626"/>
            </a:xfrm>
            <a:custGeom>
              <a:rect b="b" l="l" r="r" t="t"/>
              <a:pathLst>
                <a:path extrusionOk="0" h="24" w="40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9" name="Google Shape;49;p6"/>
            <p:cNvSpPr/>
            <p:nvPr/>
          </p:nvSpPr>
          <p:spPr>
            <a:xfrm rot="5400000">
              <a:off x="11104198" y="3296179"/>
              <a:ext cx="144445" cy="106083"/>
            </a:xfrm>
            <a:custGeom>
              <a:rect b="b" l="l" r="r" t="t"/>
              <a:pathLst>
                <a:path extrusionOk="0" h="35" w="44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0" name="Google Shape;50;p6"/>
            <p:cNvSpPr/>
            <p:nvPr/>
          </p:nvSpPr>
          <p:spPr>
            <a:xfrm rot="5400000">
              <a:off x="11134111" y="4387490"/>
              <a:ext cx="151535" cy="75075"/>
            </a:xfrm>
            <a:custGeom>
              <a:rect b="b" l="l" r="r" t="t"/>
              <a:pathLst>
                <a:path extrusionOk="0" h="25" w="46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1" name="Google Shape;51;p6"/>
            <p:cNvSpPr/>
            <p:nvPr/>
          </p:nvSpPr>
          <p:spPr>
            <a:xfrm rot="5400000">
              <a:off x="11138041" y="5384813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2" name="Google Shape;52;p6"/>
            <p:cNvSpPr/>
            <p:nvPr/>
          </p:nvSpPr>
          <p:spPr>
            <a:xfrm rot="5400000">
              <a:off x="11133693" y="4595717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3" name="Google Shape;53;p6"/>
            <p:cNvSpPr/>
            <p:nvPr/>
          </p:nvSpPr>
          <p:spPr>
            <a:xfrm rot="5400000">
              <a:off x="11105830" y="6046702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4" name="Google Shape;54;p6"/>
            <p:cNvSpPr/>
            <p:nvPr/>
          </p:nvSpPr>
          <p:spPr>
            <a:xfrm rot="5400000">
              <a:off x="11117596" y="3060239"/>
              <a:ext cx="115202" cy="121588"/>
            </a:xfrm>
            <a:custGeom>
              <a:rect b="b" l="l" r="r" t="t"/>
              <a:pathLst>
                <a:path extrusionOk="0" h="40" w="35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" name="Google Shape;55;p6"/>
            <p:cNvSpPr/>
            <p:nvPr/>
          </p:nvSpPr>
          <p:spPr>
            <a:xfrm rot="5400000">
              <a:off x="11125265" y="490033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6" name="Google Shape;56;p6"/>
            <p:cNvSpPr/>
            <p:nvPr/>
          </p:nvSpPr>
          <p:spPr>
            <a:xfrm rot="5400000">
              <a:off x="11117373" y="5141456"/>
              <a:ext cx="131153" cy="81603"/>
            </a:xfrm>
            <a:custGeom>
              <a:rect b="b" l="l" r="r" t="t"/>
              <a:pathLst>
                <a:path extrusionOk="0" h="27" w="40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7" name="Google Shape;57;p6"/>
            <p:cNvSpPr/>
            <p:nvPr/>
          </p:nvSpPr>
          <p:spPr>
            <a:xfrm rot="5400000">
              <a:off x="11112337" y="259815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8" name="Google Shape;58;p6"/>
            <p:cNvSpPr/>
            <p:nvPr/>
          </p:nvSpPr>
          <p:spPr>
            <a:xfrm rot="5400000">
              <a:off x="11105830" y="627871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 rot="5400000">
              <a:off x="11093998" y="5596726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0" name="Google Shape;60;p6"/>
            <p:cNvSpPr/>
            <p:nvPr/>
          </p:nvSpPr>
          <p:spPr>
            <a:xfrm rot="5400000">
              <a:off x="11097788" y="4080854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1" name="Google Shape;61;p6"/>
            <p:cNvSpPr/>
            <p:nvPr/>
          </p:nvSpPr>
          <p:spPr>
            <a:xfrm rot="5400000">
              <a:off x="11075637" y="583668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2" name="Google Shape;62;p6"/>
            <p:cNvSpPr/>
            <p:nvPr/>
          </p:nvSpPr>
          <p:spPr>
            <a:xfrm rot="5400000">
              <a:off x="11124696" y="2830776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3" name="Google Shape;63;p6"/>
            <p:cNvSpPr/>
            <p:nvPr/>
          </p:nvSpPr>
          <p:spPr>
            <a:xfrm rot="5400000">
              <a:off x="11082841" y="3849727"/>
              <a:ext cx="147990" cy="78339"/>
            </a:xfrm>
            <a:custGeom>
              <a:rect b="b" l="l" r="r" t="t"/>
              <a:pathLst>
                <a:path extrusionOk="0" h="26" w="45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4" name="Google Shape;64;p6"/>
            <p:cNvSpPr/>
            <p:nvPr/>
          </p:nvSpPr>
          <p:spPr>
            <a:xfrm rot="5400000">
              <a:off x="11078098" y="3616257"/>
              <a:ext cx="133812" cy="79154"/>
            </a:xfrm>
            <a:custGeom>
              <a:rect b="b" l="l" r="r" t="t"/>
              <a:pathLst>
                <a:path extrusionOk="0" h="26" w="41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5" name="Google Shape;65;p6"/>
            <p:cNvSpPr/>
            <p:nvPr/>
          </p:nvSpPr>
          <p:spPr>
            <a:xfrm rot="5400000">
              <a:off x="11076712" y="6507925"/>
              <a:ext cx="127608" cy="81603"/>
            </a:xfrm>
            <a:custGeom>
              <a:rect b="b" l="l" r="r" t="t"/>
              <a:pathLst>
                <a:path extrusionOk="0" h="27" w="39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6" name="Google Shape;66;p6"/>
            <p:cNvSpPr/>
            <p:nvPr/>
          </p:nvSpPr>
          <p:spPr>
            <a:xfrm rot="5400000">
              <a:off x="11141853" y="3490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7" name="Google Shape;67;p6"/>
            <p:cNvSpPr/>
            <p:nvPr/>
          </p:nvSpPr>
          <p:spPr>
            <a:xfrm rot="5400000">
              <a:off x="11301184" y="6639670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DDD5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68" name="Google Shape;68;p6"/>
          <p:cNvSpPr txBox="1"/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9" name="Google Shape;69;p6"/>
          <p:cNvSpPr txBox="1"/>
          <p:nvPr>
            <p:ph idx="1" type="body"/>
          </p:nvPr>
        </p:nvSpPr>
        <p:spPr>
          <a:xfrm>
            <a:off x="1069848" y="1874520"/>
            <a:ext cx="963401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BDACA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BDACAC"/>
              </a:buClr>
              <a:buSzPts val="1800"/>
              <a:buFont typeface="Avenir"/>
              <a:buNone/>
              <a:defRPr b="0" i="0" sz="18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0200" lvl="2" marL="13716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BDACAC"/>
              </a:buClr>
              <a:buSzPts val="1600"/>
              <a:buFont typeface="Arial"/>
              <a:buChar char="•"/>
              <a:defRPr b="1" i="0" sz="16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BDACAC"/>
              </a:buClr>
              <a:buSzPts val="1400"/>
              <a:buFont typeface="Avenir"/>
              <a:buNone/>
              <a:defRPr b="0" i="0" sz="14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17500" lvl="4" marL="22860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BDACA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72" name="Google Shape;72;p6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50" u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50" u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50" u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50" u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50" u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50" u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50" u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50" u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50" u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Acquarello liquido e inchiostro" id="147" name="Google Shape;147;p1"/>
          <p:cNvPicPr preferRelativeResize="0"/>
          <p:nvPr/>
        </p:nvPicPr>
        <p:blipFill rotWithShape="1">
          <a:blip r:embed="rId3">
            <a:alphaModFix/>
          </a:blip>
          <a:srcRect b="6661" l="0" r="0" t="1859"/>
          <a:stretch/>
        </p:blipFill>
        <p:spPr>
          <a:xfrm>
            <a:off x="9" y="-1119"/>
            <a:ext cx="12191982" cy="685911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"/>
          <p:cNvSpPr/>
          <p:nvPr/>
        </p:nvSpPr>
        <p:spPr>
          <a:xfrm rot="10800000">
            <a:off x="9" y="3307170"/>
            <a:ext cx="12191982" cy="3558767"/>
          </a:xfrm>
          <a:prstGeom prst="rect">
            <a:avLst/>
          </a:prstGeom>
          <a:gradFill>
            <a:gsLst>
              <a:gs pos="0">
                <a:schemeClr val="dk1"/>
              </a:gs>
              <a:gs pos="14000">
                <a:srgbClr val="000000">
                  <a:alpha val="36862"/>
                </a:srgbClr>
              </a:gs>
              <a:gs pos="56000">
                <a:srgbClr val="000000">
                  <a:alpha val="25882"/>
                </a:srgbClr>
              </a:gs>
              <a:gs pos="89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9" name="Google Shape;149;p1"/>
          <p:cNvSpPr txBox="1"/>
          <p:nvPr>
            <p:ph type="ctrTitle"/>
          </p:nvPr>
        </p:nvSpPr>
        <p:spPr>
          <a:xfrm>
            <a:off x="1783307" y="1677367"/>
            <a:ext cx="8625385" cy="32524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imes New Roman"/>
              <a:buNone/>
            </a:pPr>
            <a:r>
              <a:rPr b="1" lang="it-IT" sz="4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Conjugaison du verbe «Venir»</a:t>
            </a:r>
            <a:br>
              <a:rPr b="1" lang="it-IT" sz="4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it-IT" sz="4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Forme négative</a:t>
            </a:r>
            <a:br>
              <a:rPr b="1" lang="it-IT" sz="4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it-IT" sz="4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it-IT" sz="4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تَصْرِيف فِعل "جَا"</a:t>
            </a:r>
            <a:endParaRPr b="1" sz="4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218130" y="45694"/>
            <a:ext cx="9753600" cy="818814"/>
          </a:xfrm>
          <a:prstGeom prst="cube">
            <a:avLst>
              <a:gd fmla="val 25000" name="adj"/>
            </a:avLst>
          </a:prstGeom>
          <a:solidFill>
            <a:srgbClr val="FFC000"/>
          </a:solidFill>
          <a:ln cap="flat" cmpd="sng" w="12700">
            <a:solidFill>
              <a:srgbClr val="327F7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Conjugaison au passé composé</a:t>
            </a:r>
            <a:endParaRPr b="1" sz="4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1143000" y="1019076"/>
            <a:ext cx="5774633" cy="534976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Verbe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venir 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 ne suis pas venu (e)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n’es pas venu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n’es pas venue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n’est pas venu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elle n’est pas venue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nous ne sommes pas venus (es)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vous n’êtes pas venus (es) 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ils ne sont pas venus </a:t>
            </a:r>
            <a:r>
              <a:rPr lang="it-IT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(elles ne sont pas venues)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6917635" y="1019076"/>
            <a:ext cx="3528386" cy="535019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فِعْل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جَا</a:t>
            </a:r>
            <a:endParaRPr b="1" sz="28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أَنَا مَا جِتْش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إِنْتَ  مَا جِيتْش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إِنْتِ </a:t>
            </a: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مَا</a:t>
            </a: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جِيتِيش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هُوَمَا جَاش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هِيَ مَا جَاتْش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i="0" lang="it-IT" sz="2800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إِحْنَا </a:t>
            </a: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مَا جِينَاش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إِنْتُو مَا جِيتُوش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هُمَّا مَا جُوش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9" name="Google Shape;159;p2"/>
          <p:cNvCxnSpPr/>
          <p:nvPr/>
        </p:nvCxnSpPr>
        <p:spPr>
          <a:xfrm>
            <a:off x="6836979" y="1019076"/>
            <a:ext cx="0" cy="5349765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Vista dall'alto di uno sfondo con spruzzi di colori" id="167" name="Google Shape;167;p3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478713"/>
            <a:ext cx="12194140" cy="639710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"/>
          <p:cNvSpPr/>
          <p:nvPr/>
        </p:nvSpPr>
        <p:spPr>
          <a:xfrm>
            <a:off x="760930" y="1166648"/>
            <a:ext cx="11151476" cy="5662474"/>
          </a:xfrm>
          <a:prstGeom prst="roundRect">
            <a:avLst>
              <a:gd fmla="val 16667" name="adj"/>
            </a:avLst>
          </a:prstGeom>
          <a:solidFill>
            <a:srgbClr val="8BD2CF"/>
          </a:solidFill>
          <a:ln cap="flat" cmpd="sng" w="12700">
            <a:solidFill>
              <a:srgbClr val="327F7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أَنَا مَا جِيتْش الْحَفْلَة عَشَان كُنْت مْسَافْرَة.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 ne suis pas venu à la fête parce que j’étais en voyage.</a:t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أَنَا فَاهِم، بَسِّ إِنْتِ مَا جِيِتِيش لِيه عَنْدِ عَمِّك مْبَارِح؟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 comprends, mais pourquoi tu n’es pas venue chez ton oncle p. hier.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3- إِحْنَا مَا جِينَاش هِنَا مِن زَمَان.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Ça fait longtemps que nous ne sommes pas venus ici.</a:t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 لَيْلَى وْأَحْمَد مَا جُوش هِنَا مِن السَّنَة الْفَايْتَة.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Leila et Ahmed ne sont pas venus ici depuis l’année dernière.</a:t>
            </a:r>
            <a:endParaRPr/>
          </a:p>
        </p:txBody>
      </p:sp>
      <p:sp>
        <p:nvSpPr>
          <p:cNvPr id="169" name="Google Shape;169;p3"/>
          <p:cNvSpPr/>
          <p:nvPr/>
        </p:nvSpPr>
        <p:spPr>
          <a:xfrm>
            <a:off x="1218130" y="45694"/>
            <a:ext cx="9753600" cy="818814"/>
          </a:xfrm>
          <a:prstGeom prst="cube">
            <a:avLst>
              <a:gd fmla="val 25000" name="adj"/>
            </a:avLst>
          </a:prstGeom>
          <a:solidFill>
            <a:srgbClr val="338381"/>
          </a:solidFill>
          <a:ln cap="flat" cmpd="sng" w="12700">
            <a:solidFill>
              <a:srgbClr val="327F7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1218130" y="45694"/>
            <a:ext cx="9753600" cy="818814"/>
          </a:xfrm>
          <a:prstGeom prst="cube">
            <a:avLst>
              <a:gd fmla="val 25000" name="adj"/>
            </a:avLst>
          </a:prstGeom>
          <a:solidFill>
            <a:srgbClr val="FFC000"/>
          </a:solidFill>
          <a:ln cap="flat" cmpd="sng" w="12700">
            <a:solidFill>
              <a:srgbClr val="327F7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Conjugaison au présent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Vista dall'alto di uno sfondo con spruzzi di colori" id="177" name="Google Shape;177;p4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"/>
          <p:cNvSpPr/>
          <p:nvPr/>
        </p:nvSpPr>
        <p:spPr>
          <a:xfrm>
            <a:off x="2670113" y="1250302"/>
            <a:ext cx="3815258" cy="51185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Verbe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</a:t>
            </a:r>
            <a:r>
              <a:rPr b="1" lang="it-IT" sz="28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venir</a:t>
            </a:r>
            <a:r>
              <a:rPr b="1"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 ne viens pas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ne viens pas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ne viens pas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ne vient pas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elle ne vient pas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nous ne venons pas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vous ne venez pas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ils ne viennent pas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فِعْل</a:t>
            </a:r>
            <a:endParaRPr b="1" i="1"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جَا</a:t>
            </a:r>
            <a:endParaRPr b="1" sz="28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أَنَا مَا بَجِيش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إِنْتَ مَا بِتْجِيش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إِنْتِ مَا بِتْجِيش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هُوَ مَا بِيْجِيش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هِيَ مَا بِتْجِيش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it-IT" sz="2800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إِحْنَا </a:t>
            </a: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مَا بِنْجِيش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إِنْتُو مَا بِتْجُوش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هُمَّا مَا بِيْجُوش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0" name="Google Shape;180;p4"/>
          <p:cNvCxnSpPr/>
          <p:nvPr/>
        </p:nvCxnSpPr>
        <p:spPr>
          <a:xfrm>
            <a:off x="5980386" y="1250302"/>
            <a:ext cx="0" cy="5118539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"/>
          <p:cNvSpPr txBox="1"/>
          <p:nvPr>
            <p:ph idx="1" type="subTitle"/>
          </p:nvPr>
        </p:nvSpPr>
        <p:spPr>
          <a:xfrm>
            <a:off x="642026" y="525970"/>
            <a:ext cx="2937753" cy="1600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Vista dall'alto di uno sfondo con spruzzi di colori" id="188" name="Google Shape;188;p5"/>
          <p:cNvPicPr preferRelativeResize="0"/>
          <p:nvPr/>
        </p:nvPicPr>
        <p:blipFill rotWithShape="1">
          <a:blip r:embed="rId3">
            <a:alphaModFix/>
          </a:blip>
          <a:srcRect b="-1" l="11210" r="20845" t="0"/>
          <a:stretch/>
        </p:blipFill>
        <p:spPr>
          <a:xfrm>
            <a:off x="-2140" y="478713"/>
            <a:ext cx="12194140" cy="6397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5"/>
          <p:cNvSpPr/>
          <p:nvPr/>
        </p:nvSpPr>
        <p:spPr>
          <a:xfrm>
            <a:off x="760930" y="993913"/>
            <a:ext cx="11151476" cy="5835209"/>
          </a:xfrm>
          <a:prstGeom prst="roundRect">
            <a:avLst>
              <a:gd fmla="val 16667" name="adj"/>
            </a:avLst>
          </a:prstGeom>
          <a:solidFill>
            <a:srgbClr val="8BD2CF"/>
          </a:solidFill>
          <a:ln cap="flat" cmpd="sng" w="12700">
            <a:solidFill>
              <a:srgbClr val="327F7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إِنْتش مَا بِتْجِيش عَنْدِنَا لِيه؟ فِي حَدِّ زَعَّلِك؟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Pourquoi tu ne viens pas chez nous ? Quelqu’un t’a énervée ?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كْلَاوْدْيَا مَا بِتْجِيش الْجَامْعَة بَقَا لْهَا مُدَّة، مُشْ عَارْفَة عَنْدَهَا إِيه.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Ça fait longtemps que Claude ne vient pas à l’université, je ne sais pas ce qu’elle a.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3- إنْتُو اللِّي مَا بِتْجُوش الْجَمْعِيَة عَشَان تِسَاعْدُونَا.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C’est vous qui ne venez pas à l’association pour nous aider.</a:t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 آلِكْس وِسُوزَان مَا بِيْجُوش عَنْدِنَا مِن يُوم مَا أُمُّهُم تْوَفِّت. 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Alex et Susanne ne viennent pas chez nous, depuis que leur mère est décédée.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1218130" y="45694"/>
            <a:ext cx="9753600" cy="818814"/>
          </a:xfrm>
          <a:prstGeom prst="cube">
            <a:avLst>
              <a:gd fmla="val 25000" name="adj"/>
            </a:avLst>
          </a:prstGeom>
          <a:solidFill>
            <a:srgbClr val="338381"/>
          </a:solidFill>
          <a:ln cap="flat" cmpd="sng" w="12700">
            <a:solidFill>
              <a:srgbClr val="327F7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hemianVTI">
  <a:themeElements>
    <a:clrScheme name="AnalogousFromRegularSeedRightStep">
      <a:dk1>
        <a:srgbClr val="000000"/>
      </a:dk1>
      <a:lt1>
        <a:srgbClr val="FFFFFF"/>
      </a:lt1>
      <a:dk2>
        <a:srgbClr val="2E1B30"/>
      </a:dk2>
      <a:lt2>
        <a:srgbClr val="F3F0F0"/>
      </a:lt2>
      <a:accent1>
        <a:srgbClr val="45AFAD"/>
      </a:accent1>
      <a:accent2>
        <a:srgbClr val="3B82B1"/>
      </a:accent2>
      <a:accent3>
        <a:srgbClr val="4D63C3"/>
      </a:accent3>
      <a:accent4>
        <a:srgbClr val="593EB3"/>
      </a:accent4>
      <a:accent5>
        <a:srgbClr val="994DC3"/>
      </a:accent5>
      <a:accent6>
        <a:srgbClr val="B13BAA"/>
      </a:accent6>
      <a:hlink>
        <a:srgbClr val="BF3F42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2023-05-18T11:19:52Z</dcterms:created>
  <dc:creator>Leila Alami</dc:creator>
</cp:coreProperties>
</file>