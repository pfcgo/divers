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9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86BA-110A-1B45-AF96-BB374CDABA47}" type="datetimeFigureOut">
              <a:rPr lang="it-IT" smtClean="0"/>
              <a:t>18/05/23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5B0BF-8233-BB4E-8798-BB15487B7A2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66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8911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85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891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4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5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9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8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1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5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4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4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5/18/23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1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F5F07B-A917-442C-82D5-5719737E9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cquarello liquido e inchiostro">
            <a:extLst>
              <a:ext uri="{FF2B5EF4-FFF2-40B4-BE49-F238E27FC236}">
                <a16:creationId xmlns:a16="http://schemas.microsoft.com/office/drawing/2014/main" id="{54784989-43FC-7543-B6B0-894D29EA9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9" b="6662"/>
          <a:stretch/>
        </p:blipFill>
        <p:spPr>
          <a:xfrm>
            <a:off x="9" y="-1119"/>
            <a:ext cx="12191982" cy="68591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C3E48C-655A-4982-8E73-7FB0D9E6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" y="3307170"/>
            <a:ext cx="12191982" cy="3558767"/>
          </a:xfrm>
          <a:prstGeom prst="rect">
            <a:avLst/>
          </a:prstGeom>
          <a:gradFill>
            <a:gsLst>
              <a:gs pos="89000">
                <a:srgbClr val="000000">
                  <a:alpha val="0"/>
                </a:srgbClr>
              </a:gs>
              <a:gs pos="0">
                <a:schemeClr val="tx1"/>
              </a:gs>
              <a:gs pos="56000">
                <a:srgbClr val="000000">
                  <a:alpha val="26000"/>
                </a:srgbClr>
              </a:gs>
              <a:gs pos="14000">
                <a:srgbClr val="000000">
                  <a:alpha val="37000"/>
                </a:srgbClr>
              </a:gs>
              <a:gs pos="0">
                <a:srgbClr val="000000">
                  <a:alpha val="2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62CD71-B1C3-2825-AEED-FF678869E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307" y="1677368"/>
            <a:ext cx="8625385" cy="2729554"/>
          </a:xfrm>
          <a:noFill/>
        </p:spPr>
        <p:txBody>
          <a:bodyPr>
            <a:noAutofit/>
          </a:bodyPr>
          <a:lstStyle/>
          <a:p>
            <a: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du verbe «</a:t>
            </a:r>
            <a:r>
              <a:rPr lang="it-IT" sz="48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aller</a:t>
            </a:r>
            <a: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it-IT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تَصْرِيف فِعل "رَاح"</a:t>
            </a:r>
            <a:endParaRPr lang="it-IT" sz="4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defTabSz="914400" rtl="1" eaLnBrk="1" latinLnBrk="0" hangingPunct="1"/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رَاح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رُحْت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رُحْت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رُحْتِ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رَاح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رَاحِت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رُحْنَا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رُحْتُو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رَاحُو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04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1166648"/>
            <a:ext cx="11151476" cy="56624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رُحْتِ فِين مْبَارِح؟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اِلشَّهْرِ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الْفَايِت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رُحْتِ مَرِّتِين الْبَحْر.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(e)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deux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fois à la mer.</a:t>
            </a:r>
          </a:p>
          <a:p>
            <a:pPr marL="0" algn="ctr" defTabSz="914400" rtl="1" eaLnBrk="1" latinLnBrk="0" hangingPunct="1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لَيْلَى وِسَارَة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رَاحُو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الْحَفْلَة مِتْأَخَّرِين؟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Leila et Sara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retard à la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اِحْنَا كَمَان رُحْنَا لْبِيت عَمِّتِي وِمَا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لَقِينَاش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حَدّ.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aussi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nous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chez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 tante (p.) et nous n’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trouvé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personne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S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t-I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690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présent</a:t>
            </a: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va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va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allons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allez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رَاح/</a:t>
            </a:r>
            <a:r>
              <a:rPr lang="ar-SA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بِيْرُوح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بَرُوح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بِتْرُوحِي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بِيْرُوح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بِنْرُوح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بِيْرُوحُو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5980386" y="1250302"/>
            <a:ext cx="0" cy="511853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1166648"/>
            <a:ext cx="11151476" cy="56624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بَشُوفِك كُلِّ يُوم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بِتَاخْدِي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الْقَطْر، هُوَ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إنْتِ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بِتْرُوحِي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فِين؟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jour, je te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prendre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tu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اِحْنَا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بِنْرُوح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الشُّغْل اِلسَّاعَة تِسْعَة الصُّبْح.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allons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travail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neuf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heures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matin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سَمِيرَة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الْجَامْعَة مَعَ يَاسْمِين مَرِّتِين فِالْأُسْبُوع.</a:t>
            </a: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Samira va à l’université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avec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Yasmine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deux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fois par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يُومِ الْحَدِّ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بِتْرُوحُو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الْكَنِيَسة مَع بَعْض؟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allez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l’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église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 le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dimanche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789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être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j’étais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étions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étiez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كَان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كُنْت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كُنْت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كُنْتِ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كَان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كَانِت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كُنَّا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كُنْتُو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كَانُو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74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1166648"/>
            <a:ext cx="11151476" cy="56624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نَادْيَا كَانِت فِالْبِيت لَمَّا خَالْهَا وِابْنُه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وَصَلُو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Nadia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la maison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lorsque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(m.) et son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arrivés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مْبَارِح، الْجَوّ كَان وِحِش جِدًّا.</a:t>
            </a: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(il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faisait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mauvais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كُنْتُو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فِين لَمَّا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نَدَهْتِلْكُو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؟</a:t>
            </a:r>
          </a:p>
          <a:p>
            <a:pPr marL="0" algn="ctr" defTabSz="914400" rtl="1" eaLnBrk="1" latinLnBrk="0" hangingPunct="1"/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étiez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où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quand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appelés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ar-S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بِنْتِك وِابْن عَمَّهَا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كَانُو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هِنَا مِن شْوَيَّ.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fille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son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cousin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étaient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y a </a:t>
            </a:r>
            <a:r>
              <a:rPr lang="it-I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quelques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minutes.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8454761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AnalogousFromRegularSeedRightStep">
      <a:dk1>
        <a:srgbClr val="000000"/>
      </a:dk1>
      <a:lt1>
        <a:srgbClr val="FFFFFF"/>
      </a:lt1>
      <a:dk2>
        <a:srgbClr val="2E1B30"/>
      </a:dk2>
      <a:lt2>
        <a:srgbClr val="F3F0F0"/>
      </a:lt2>
      <a:accent1>
        <a:srgbClr val="45AFAD"/>
      </a:accent1>
      <a:accent2>
        <a:srgbClr val="3B82B1"/>
      </a:accent2>
      <a:accent3>
        <a:srgbClr val="4D63C3"/>
      </a:accent3>
      <a:accent4>
        <a:srgbClr val="593EB3"/>
      </a:accent4>
      <a:accent5>
        <a:srgbClr val="994DC3"/>
      </a:accent5>
      <a:accent6>
        <a:srgbClr val="B13BAA"/>
      </a:accent6>
      <a:hlink>
        <a:srgbClr val="BF3F42"/>
      </a:hlink>
      <a:folHlink>
        <a:srgbClr val="7F7F7F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410</Words>
  <Application>Microsoft Macintosh PowerPoint</Application>
  <PresentationFormat>Widescreen</PresentationFormat>
  <Paragraphs>114</Paragraphs>
  <Slides>7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Calibri</vt:lpstr>
      <vt:lpstr>Modern Love</vt:lpstr>
      <vt:lpstr>Times New Roman</vt:lpstr>
      <vt:lpstr>BohemianVTI</vt:lpstr>
      <vt:lpstr>Conjugaison du verbe «aller»  تَصْرِيف فِعل "رَاح"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Conjugaison du verbe «aller»  تَصْرِيف فِعل "رَاح"</dc:title>
  <dc:creator>Leila Alami</dc:creator>
  <cp:lastModifiedBy>Leila Alami</cp:lastModifiedBy>
  <cp:revision>7</cp:revision>
  <dcterms:created xsi:type="dcterms:W3CDTF">2023-05-18T11:19:52Z</dcterms:created>
  <dcterms:modified xsi:type="dcterms:W3CDTF">2023-05-18T14:13:54Z</dcterms:modified>
</cp:coreProperties>
</file>