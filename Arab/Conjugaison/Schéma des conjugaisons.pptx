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2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6327"/>
  </p:normalViewPr>
  <p:slideViewPr>
    <p:cSldViewPr snapToGrid="0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EB46B8FB-F6A2-5F47-A6CD-A7E17E69270F}"/>
              </a:ext>
            </a:extLst>
          </p:cNvPr>
          <p:cNvGrpSpPr/>
          <p:nvPr/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419BDE93-3EC2-4E4D-BC0B-417378F49EDA}"/>
                </a:ext>
              </a:extLst>
            </p:cNvPr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FE21F82F-1EE5-8240-97F8-387DF0253FCE}"/>
                </a:ext>
              </a:extLst>
            </p:cNvPr>
            <p:cNvSpPr/>
            <p:nvPr/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AE1903E3-6B5F-6B4C-9A1F-62628A050AEB}"/>
                </a:ext>
              </a:extLst>
            </p:cNvPr>
            <p:cNvSpPr/>
            <p:nvPr/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F7C55863-3B37-0743-B001-1A970033FBA8}"/>
                </a:ext>
              </a:extLst>
            </p:cNvPr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932B4C24-3A58-924C-B79A-D961EF7C2C48}"/>
                </a:ext>
              </a:extLst>
            </p:cNvPr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21EF52E0-D2CF-544F-93A6-4D7B45A0483A}"/>
                </a:ext>
              </a:extLst>
            </p:cNvPr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6966CFE5-1C8C-2E4F-9B2D-A8438F5A5322}"/>
                </a:ext>
              </a:extLst>
            </p:cNvPr>
            <p:cNvSpPr/>
            <p:nvPr/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9FD29EF3-A5B2-554A-A307-6BE1BCE8AF03}"/>
                </a:ext>
              </a:extLst>
            </p:cNvPr>
            <p:cNvSpPr/>
            <p:nvPr/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AC1ECAD8-0CF2-934D-AA1E-C108208CDE6F}"/>
                </a:ext>
              </a:extLst>
            </p:cNvPr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DB14DED1-3A58-8C4D-902E-2A9F34043F61}"/>
                </a:ext>
              </a:extLst>
            </p:cNvPr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65D65157-5719-0341-A807-A8956595FB4C}"/>
                </a:ext>
              </a:extLst>
            </p:cNvPr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A7F23F74-B777-2A4C-8EF9-E798880D5942}"/>
                </a:ext>
              </a:extLst>
            </p:cNvPr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E3B9A050-0AE1-1D4B-A2AC-6EEF64B106D9}"/>
                </a:ext>
              </a:extLst>
            </p:cNvPr>
            <p:cNvSpPr/>
            <p:nvPr/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C424FE38-F803-8D47-BF56-1B18EC2B1F03}"/>
                </a:ext>
              </a:extLst>
            </p:cNvPr>
            <p:cNvSpPr/>
            <p:nvPr/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E37187F2-9212-0641-97D0-1ACD50B748A8}"/>
                </a:ext>
              </a:extLst>
            </p:cNvPr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C760C651-2AC4-564E-BEAA-AB7FAFE7F79F}"/>
                </a:ext>
              </a:extLst>
            </p:cNvPr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58B0A1B8-5BA3-3548-9511-B4904D05264B}"/>
                </a:ext>
              </a:extLst>
            </p:cNvPr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424CD779-EE9A-214D-9488-767327E373AA}"/>
                </a:ext>
              </a:extLst>
            </p:cNvPr>
            <p:cNvSpPr/>
            <p:nvPr/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630D08C6-9EFB-8540-875F-2A55DED2AAE3}"/>
                </a:ext>
              </a:extLst>
            </p:cNvPr>
            <p:cNvSpPr/>
            <p:nvPr/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D7E8DA86-1294-4641-9C52-6E153150641C}"/>
                </a:ext>
              </a:extLst>
            </p:cNvPr>
            <p:cNvSpPr/>
            <p:nvPr/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011063C9-2A43-3348-A018-F27FACAA778D}"/>
                </a:ext>
              </a:extLst>
            </p:cNvPr>
            <p:cNvSpPr/>
            <p:nvPr/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EE85C7DE-D965-244F-BD95-3A05FF4AAC61}"/>
                </a:ext>
              </a:extLst>
            </p:cNvPr>
            <p:cNvSpPr/>
            <p:nvPr/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315A1389-149A-3342-A863-637D42FDB28D}"/>
                </a:ext>
              </a:extLst>
            </p:cNvPr>
            <p:cNvSpPr/>
            <p:nvPr/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B149CC6F-B6C6-BE46-B451-1BF7D47A8936}"/>
                </a:ext>
              </a:extLst>
            </p:cNvPr>
            <p:cNvSpPr/>
            <p:nvPr/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DAB39E9-6F50-3F4B-9DDB-FC0E0CA99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150" y="768334"/>
            <a:ext cx="5066001" cy="2866405"/>
          </a:xfr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B2C33E-E9A6-304D-BBCB-97AD0B213C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5150" y="4283239"/>
            <a:ext cx="5066001" cy="1475177"/>
          </a:xfrm>
        </p:spPr>
        <p:txBody>
          <a:bodyPr anchor="b"/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C75C4-E533-BE48-B528-D1A278BC39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457200"/>
            <a:ext cx="3608205" cy="365125"/>
          </a:xfrm>
        </p:spPr>
        <p:txBody>
          <a:bodyPr/>
          <a:lstStyle>
            <a:lvl1pPr algn="l">
              <a:defRPr/>
            </a:lvl1pPr>
          </a:lstStyle>
          <a:p>
            <a:pPr algn="l"/>
            <a:fld id="{A5B0A250-5CC0-1746-B209-08E8B0DAE6AF}" type="datetimeFigureOut">
              <a:rPr lang="en-US" smtClean="0"/>
              <a:pPr algn="l"/>
              <a:t>3/1/23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09BA8A-EF83-434D-A90E-0805D1104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FDDE0-90B9-AD4E-B0EB-E7464FA9C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17335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‹N›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33A3282-0389-C547-8CA6-7F3E7F27B34D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2344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F0CAFDA3-320A-C24D-A7A1-20C1267EC987}"/>
              </a:ext>
            </a:extLst>
          </p:cNvPr>
          <p:cNvGrpSpPr/>
          <p:nvPr/>
        </p:nvGrpSpPr>
        <p:grpSpPr>
          <a:xfrm>
            <a:off x="8928528" y="0"/>
            <a:ext cx="3263472" cy="6858000"/>
            <a:chOff x="8928528" y="0"/>
            <a:chExt cx="3263472" cy="6858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D2411669-6E2C-2243-99CD-6BC9D724FA1F}"/>
                </a:ext>
              </a:extLst>
            </p:cNvPr>
            <p:cNvSpPr/>
            <p:nvPr/>
          </p:nvSpPr>
          <p:spPr>
            <a:xfrm>
              <a:off x="8928528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C4E0C522-0F40-ED44-A700-F1BCD1CF74F5}"/>
                </a:ext>
              </a:extLst>
            </p:cNvPr>
            <p:cNvSpPr/>
            <p:nvPr/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B79B4380-CBEC-C341-A10E-5EF9A8597959}"/>
                </a:ext>
              </a:extLst>
            </p:cNvPr>
            <p:cNvSpPr/>
            <p:nvPr/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F04AD70E-5490-4C4E-A05D-D67949C51A74}"/>
                </a:ext>
              </a:extLst>
            </p:cNvPr>
            <p:cNvSpPr/>
            <p:nvPr/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28A8883-9F24-0047-92B7-45B3D2E7D9C0}"/>
                </a:ext>
              </a:extLst>
            </p:cNvPr>
            <p:cNvSpPr/>
            <p:nvPr/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AAC3A3BB-FD2C-FB44-9478-FA87EF229D37}"/>
                </a:ext>
              </a:extLst>
            </p:cNvPr>
            <p:cNvSpPr/>
            <p:nvPr/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BF46B3B1-E981-BB40-B916-51A6D3851969}"/>
                </a:ext>
              </a:extLst>
            </p:cNvPr>
            <p:cNvSpPr/>
            <p:nvPr/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EA7DAE92-7D6B-B042-83BE-047C8EC322A0}"/>
                </a:ext>
              </a:extLst>
            </p:cNvPr>
            <p:cNvSpPr/>
            <p:nvPr/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06AADCE6-4277-EA49-AF23-63B53CA6772A}"/>
                </a:ext>
              </a:extLst>
            </p:cNvPr>
            <p:cNvSpPr/>
            <p:nvPr/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58CEA343-047B-DF4E-A7A8-881C7740EA36}"/>
                </a:ext>
              </a:extLst>
            </p:cNvPr>
            <p:cNvSpPr/>
            <p:nvPr/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FCCBAA07-17CE-2740-AA04-AEDA5EAD2796}"/>
                </a:ext>
              </a:extLst>
            </p:cNvPr>
            <p:cNvSpPr/>
            <p:nvPr/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BF15C430-7951-6040-BD4C-4E996E94480E}"/>
                </a:ext>
              </a:extLst>
            </p:cNvPr>
            <p:cNvSpPr/>
            <p:nvPr/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0B3467F9-370D-5C4C-9EDE-E0CA0E401568}"/>
                </a:ext>
              </a:extLst>
            </p:cNvPr>
            <p:cNvSpPr/>
            <p:nvPr/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652A1E4-52BA-534C-AECC-35C3CF44F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15675-65B4-E14F-9785-663A83B7B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676A1E-2332-684F-BDD2-687C166BD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3/1/23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B8CB0-B7BE-7D4F-B254-8A2F8AEC2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5A569-A063-8E40-B703-82B11D2A9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7169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‹N›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231D73A-BA91-794F-8C09-4F4B41A6D08B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7335835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6181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3ABDDED5-B489-454D-A72D-46C9473AB018}"/>
              </a:ext>
            </a:extLst>
          </p:cNvPr>
          <p:cNvGrpSpPr/>
          <p:nvPr/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E6338A9A-49A1-B04D-B479-43604A5CD6D5}"/>
                </a:ext>
              </a:extLst>
            </p:cNvPr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3151B6D8-101B-F34D-992A-1668DB5D0067}"/>
                </a:ext>
              </a:extLst>
            </p:cNvPr>
            <p:cNvSpPr/>
            <p:nvPr/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21D4DE71-EB1A-E74C-9364-5FEC5377F4EF}"/>
                </a:ext>
              </a:extLst>
            </p:cNvPr>
            <p:cNvSpPr/>
            <p:nvPr/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BD99A5CD-9D3A-DA46-AD96-34B9DB522051}"/>
                </a:ext>
              </a:extLst>
            </p:cNvPr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E6537DF9-74F2-924C-9B63-22B100C80C92}"/>
                </a:ext>
              </a:extLst>
            </p:cNvPr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D7655457-8E4D-F34C-A595-66A45E9C3A1F}"/>
                </a:ext>
              </a:extLst>
            </p:cNvPr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FB0E8D2C-8947-E44C-BC5F-F81B083DAA3E}"/>
                </a:ext>
              </a:extLst>
            </p:cNvPr>
            <p:cNvSpPr/>
            <p:nvPr/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ED57F45D-85B8-AC49-A2BA-E941F1BE7F15}"/>
                </a:ext>
              </a:extLst>
            </p:cNvPr>
            <p:cNvSpPr/>
            <p:nvPr/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DA576359-CAE3-634C-8DF8-A834BCD7D668}"/>
                </a:ext>
              </a:extLst>
            </p:cNvPr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16343F35-6601-BD4A-B9A5-25361D0453D2}"/>
                </a:ext>
              </a:extLst>
            </p:cNvPr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5ED1C169-DCD9-9C4B-91B1-519621155A64}"/>
                </a:ext>
              </a:extLst>
            </p:cNvPr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32328AC7-E0BC-0E46-A25B-11D523EC8100}"/>
                </a:ext>
              </a:extLst>
            </p:cNvPr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32BBE02A-588F-6C4D-B310-694098C6A340}"/>
                </a:ext>
              </a:extLst>
            </p:cNvPr>
            <p:cNvSpPr/>
            <p:nvPr/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6751D5A0-C90A-0A44-8654-CFE1B719B353}"/>
                </a:ext>
              </a:extLst>
            </p:cNvPr>
            <p:cNvSpPr/>
            <p:nvPr/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0F0FA086-0D80-B74A-9B37-5EACDE30D61F}"/>
                </a:ext>
              </a:extLst>
            </p:cNvPr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7022E302-2A55-8844-A50B-DC16D075E16B}"/>
                </a:ext>
              </a:extLst>
            </p:cNvPr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F4B325F5-A048-2843-A40B-3B2B31ECED76}"/>
                </a:ext>
              </a:extLst>
            </p:cNvPr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7707B616-7E85-5442-B46B-AF9426A7A0E9}"/>
                </a:ext>
              </a:extLst>
            </p:cNvPr>
            <p:cNvSpPr/>
            <p:nvPr/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08914A00-D181-5847-A150-77CE67F94369}"/>
                </a:ext>
              </a:extLst>
            </p:cNvPr>
            <p:cNvSpPr/>
            <p:nvPr/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DAF2D976-5F49-2848-B465-C85708A6D706}"/>
                </a:ext>
              </a:extLst>
            </p:cNvPr>
            <p:cNvSpPr/>
            <p:nvPr/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5E333474-B850-354C-A2E2-01735C948D47}"/>
                </a:ext>
              </a:extLst>
            </p:cNvPr>
            <p:cNvSpPr/>
            <p:nvPr/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BC25646C-71B3-4A44-A4FE-C3CABE5580BB}"/>
                </a:ext>
              </a:extLst>
            </p:cNvPr>
            <p:cNvSpPr/>
            <p:nvPr/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B598CFE9-67EE-E342-9EF7-F40A1E0BE59E}"/>
                </a:ext>
              </a:extLst>
            </p:cNvPr>
            <p:cNvSpPr/>
            <p:nvPr/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1E29AD13-94FE-1349-A28E-10F6E780F510}"/>
                </a:ext>
              </a:extLst>
            </p:cNvPr>
            <p:cNvSpPr/>
            <p:nvPr/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650648E-B4D5-4145-84E7-46B5793EA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68351"/>
            <a:ext cx="5066001" cy="2334768"/>
          </a:xfrm>
        </p:spPr>
        <p:txBody>
          <a:bodyPr anchor="t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3B92A6-7558-3148-B855-5BC58B415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50" y="4255453"/>
            <a:ext cx="5066001" cy="1500187"/>
          </a:xfrm>
        </p:spPr>
        <p:txBody>
          <a:bodyPr anchor="b"/>
          <a:lstStyle>
            <a:lvl1pPr marL="0" indent="0">
              <a:buNone/>
              <a:defRPr sz="2400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A0B541-D211-974B-97FE-C1F9473AB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3/1/23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27FB0-D95A-D543-8E29-6E5F22B49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9C4404-F49D-9F48-A10B-1F60870B4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17335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‹N›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D6A1FD1-D82F-3141-8687-8D7C0631C215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7434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442ECFEB-12CF-4C4F-BC8A-5816C27CA565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26C9482-2804-144B-88B2-0AF191BD757D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71363F79-96BD-9240-86E2-DF26C9C2437D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153F0BF1-DA57-1D49-82F0-802F4D385A85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CD42A1B-A03A-C946-8A2A-CE437EA433FD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591FE00-3AAF-9B4B-8107-E94D50828227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49E92E9-89A7-4842-B271-411C7DF75D2D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DC29C99-0841-9F46-AB1A-E9751DFE4487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0AB684-BDA8-014B-8DCC-125F8B8DC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40E05-0F5F-6243-AD57-66BFC33ADB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2851" y="2365755"/>
            <a:ext cx="5239512" cy="3395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70B3A4-11FE-D94C-9B93-255E362310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89638" y="2365755"/>
            <a:ext cx="5239512" cy="3395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7BEEAF-F881-6E48-84AF-E5CEEF1C7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3/1/23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472753-1CC3-9244-9AF0-6927018A6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DD55D0-FCC7-AC42-9810-9B49E3348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‹N›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C736C3-88FB-244C-83B8-B2856998D221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9617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B7D16A9C-7411-5242-A59C-816B8907E3BE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997260B-7D44-7049-B605-7FD6E6CE5612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5D6AF601-77C3-D74A-B1E5-7F33703A6927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4DFCA921-0F9E-2E41-A285-75409E25501A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20B9E03-438B-FC42-9DA1-835D5BC3FE88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D670E1F-61CD-8940-A898-6D5092A78BB9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080C64CF-0C6A-3449-9709-AE038C4A7995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EC46D5B-957F-A24C-8E36-CC71F660EC8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058182F-7B5E-FD42-AFC6-A3848D833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768096"/>
            <a:ext cx="7333488" cy="12710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D9E4DE-75C0-C841-A68D-9D7BBAD76C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2149" y="2365756"/>
            <a:ext cx="5239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5C87F7-356E-9E43-97A0-D972B22853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2149" y="3189668"/>
            <a:ext cx="5239512" cy="257155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AB4C28-30CB-CC4E-A25E-F4FEFA49BC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3066" y="2365756"/>
            <a:ext cx="5239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ED0191-963B-1E4C-BEC5-9B42E39514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83066" y="3189668"/>
            <a:ext cx="5239512" cy="257155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0E0BED-3EB7-BB4A-A556-FA967FB01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3/1/23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A2466A-4D90-174C-B382-AC4674D72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EADE49-8082-214B-9742-5EE8DA2E9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‹N›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5E39200-18D5-014B-BAB8-FF5D0BA15E0C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9414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D7DF52F6-A06E-0343-95B8-DAAC38DB4B8C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7092C52-7052-0749-9DA0-9374DBF495AE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C64E1C2F-81E1-C44D-859C-946596C950F2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3626485-4263-0A44-9561-E278A7056C33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7D45AAB5-3CCC-DE4A-A962-3702911B55CC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8CAFB16F-8EDE-D44F-A51E-34EDC41E7404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DCD51329-732C-BB4C-98E5-715BAF9F8853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192B5D44-BC55-AF4C-984D-C8231B22F80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A1E9E2-564E-7049-A22F-BB5B876BA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359D05-C08D-7747-B2FC-3F62B3357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3/1/23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2FF615-BB08-A844-B689-BAA7C5040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63A67D-F96F-4849-8C83-49CC3A653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‹N›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DCFAAB9-2B6B-8D4C-A748-433E2C393EA6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0259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8BCA70-D63D-40F6-B9B3-4E49B96E2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pPr/>
              <a:t>3/1/23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F12559-BD91-4904-A24A-0CF0A2324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658BB7-74A5-4A6F-A0FF-021E68F02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753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D0914A35-7AAF-4B42-9C68-47A633EFD9D0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DABCED79-0E70-FB4D-ABF2-D859BF5556E4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8364885D-A3A4-5144-AB4E-7624F27287E6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22073D5-CC72-0549-BD26-F7AF9851BE45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827A049-C9FD-554E-9B01-F151B0D9E86B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76832559-4D18-8744-AB91-9FCFAB732477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BF97A623-E5DC-1B44-B687-8643B9F0D741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637BBE1-2C82-4E45-B5C5-35E07B05E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1" y="764973"/>
            <a:ext cx="3609982" cy="1395043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01F2E-A734-364B-8A7D-990D6B889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4832" y="770890"/>
            <a:ext cx="6112517" cy="480057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7CBAD9-5515-1748-8E77-F48160F4ED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150" y="2160016"/>
            <a:ext cx="3609983" cy="37089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A6C22B-80D4-AA42-9999-401E37B46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3/1/23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055DE4-33E8-7F4B-9334-95EA60845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470FA5-21EE-D742-8F01-C1BAE0FDB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‹N›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EF966AA-D7DF-F84D-80D4-E216A641B005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8857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210D391A-F01E-4947-8A01-95438AA0B323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D499306-B4E0-064D-8F6C-96E9C4BD04DA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AF3D0241-0A21-8047-8CE3-B3FDD5FDF719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3083F97-6891-0447-957C-AB0834B826D2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2EF7D75-E7C1-5147-A03B-3EC641CF3B08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6D7CA94-94B4-C140-8C68-01C0ADFA1C71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11CD629-C318-A848-BDDE-BBA9465EBF9D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2A5AC1F8-1370-E946-977E-E4CFC6947BA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4CEE63B-B967-0A48-9623-220376760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89"/>
            <a:ext cx="3609983" cy="1389127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11F680-28C8-FA44-9CD5-20709DA02E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23838" y="890816"/>
            <a:ext cx="6060136" cy="4870411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D507CD-197E-BB4C-83A6-DA3FC97A22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150" y="2160016"/>
            <a:ext cx="3609983" cy="360121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9E00AC-DF6C-D548-8A06-D6269BDB0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3/1/23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ED113B-57D4-9A4F-BFE0-2A3963B42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0D9954-FA18-8948-AA52-21CED0594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‹N›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E3EB25D-2379-5040-B990-1C99B0B7D931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9851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7ED46EE4-CE67-DD46-A751-9FEA049A22B8}"/>
              </a:ext>
            </a:extLst>
          </p:cNvPr>
          <p:cNvGrpSpPr/>
          <p:nvPr/>
        </p:nvGrpSpPr>
        <p:grpSpPr>
          <a:xfrm>
            <a:off x="8928528" y="0"/>
            <a:ext cx="3263472" cy="6858000"/>
            <a:chOff x="8928528" y="0"/>
            <a:chExt cx="3263472" cy="6858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955C5B70-D34F-8A49-B220-808CE2BBB7F3}"/>
                </a:ext>
              </a:extLst>
            </p:cNvPr>
            <p:cNvSpPr/>
            <p:nvPr/>
          </p:nvSpPr>
          <p:spPr>
            <a:xfrm>
              <a:off x="8928528" y="491812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BBFE624-6DBD-8541-B43B-180C0AFA21F0}"/>
                </a:ext>
              </a:extLst>
            </p:cNvPr>
            <p:cNvSpPr/>
            <p:nvPr/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6E01AC23-2120-A542-B140-5A29AA27A2C8}"/>
                </a:ext>
              </a:extLst>
            </p:cNvPr>
            <p:cNvSpPr/>
            <p:nvPr/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154689C0-9C35-9B4D-906B-DA287DA55A38}"/>
                </a:ext>
              </a:extLst>
            </p:cNvPr>
            <p:cNvSpPr/>
            <p:nvPr/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696570F0-11E0-6147-9053-E3A4B5DBA0E4}"/>
                </a:ext>
              </a:extLst>
            </p:cNvPr>
            <p:cNvSpPr/>
            <p:nvPr/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BDD97F6-A366-B54A-B889-42E97AFEDE37}"/>
                </a:ext>
              </a:extLst>
            </p:cNvPr>
            <p:cNvSpPr/>
            <p:nvPr/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58E853BC-EE80-374B-B823-8D51A948C4CF}"/>
                </a:ext>
              </a:extLst>
            </p:cNvPr>
            <p:cNvSpPr/>
            <p:nvPr/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4B5B70B1-649D-9848-B5D4-6DE04D55F5F0}"/>
                </a:ext>
              </a:extLst>
            </p:cNvPr>
            <p:cNvSpPr/>
            <p:nvPr/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46A2092A-2157-0A49-937F-BBAE14687DE7}"/>
                </a:ext>
              </a:extLst>
            </p:cNvPr>
            <p:cNvSpPr/>
            <p:nvPr/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F092371E-D526-AF43-816F-F7AEBA9FF166}"/>
                </a:ext>
              </a:extLst>
            </p:cNvPr>
            <p:cNvSpPr/>
            <p:nvPr/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06995714-B51E-E84A-9FD5-3AD33004E517}"/>
                </a:ext>
              </a:extLst>
            </p:cNvPr>
            <p:cNvSpPr/>
            <p:nvPr/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0FDB0CC5-76AA-6E44-8376-4EE649C1DE42}"/>
                </a:ext>
              </a:extLst>
            </p:cNvPr>
            <p:cNvSpPr/>
            <p:nvPr/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3D981F0B-8982-1C45-8D7C-30E744003823}"/>
                </a:ext>
              </a:extLst>
            </p:cNvPr>
            <p:cNvSpPr/>
            <p:nvPr/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76EEB7-1E87-0447-8CD6-DD220CF4E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8AE526-3A03-9B41-8C9F-27156E701C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08D72-182D-C947-B3F7-B74948D08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3/1/23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76E396-D059-AF4D-A1D9-C1347978A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845B6-87C0-2F4A-8146-00E911CDF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480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‹N›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78A912D-4325-C449-BF2E-F331A221C695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7335146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8109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C3803ECC-8207-244B-8051-94AA5304EDD9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CF2E8536-821C-3846-A152-2001B7BA4BC9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7A02781-FFB4-C04E-97FB-78D26A9E8F1C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4C29607-37D2-7A4B-98E2-2C851CD6776C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12FC7BA-80CC-1C4E-B268-B3EEA08137F1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BEBC8FB1-96B9-D84A-BD2A-BC8410EBE012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A8455B4-A778-B44D-A7E8-C45A4846D9F7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407CCA-80EF-2B45-8F8C-7D5796A61B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950095" y="976630"/>
            <a:ext cx="2268507" cy="47845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A221C3-F2D3-FC4F-938B-4C4CAC7370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65150" y="976630"/>
            <a:ext cx="8264057" cy="478459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61B46-3E9A-AC48-8C84-5B46EA1EC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3/1/23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F8F49-5859-714C-8EE1-61A74F324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B6F69-3FFA-D94F-BA99-873D36F7F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‹N›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31B40EC-87DB-A64F-9D4B-98A86F7CEFFF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3776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0D98E2-86CE-4D4F-9F8F-17C83D19A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90"/>
            <a:ext cx="7335835" cy="126898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04B4F2-48A4-A140-B59B-7A2ED9FD46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50" y="2160016"/>
            <a:ext cx="7335835" cy="3601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F4A7E-D5FF-BF48-8E01-8F46150ABF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6928" y="457200"/>
            <a:ext cx="36082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A5B0A250-5CC0-1746-B209-08E8B0DAE6AF}" type="datetimeFigureOut">
              <a:rPr lang="en-US" smtClean="0"/>
              <a:pPr/>
              <a:t>3/1/23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31757-5039-BF46-B47A-50DA8FFBC0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5150" y="6141085"/>
            <a:ext cx="36082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83FD16-4337-B940-905E-D20A26FD48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9678" y="6141085"/>
            <a:ext cx="8138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49ABCAEC-7D34-E549-A96E-FCEDAADBE4B0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6054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46" r:id="rId6"/>
    <p:sldLayoutId id="2147483747" r:id="rId7"/>
    <p:sldLayoutId id="2147483748" r:id="rId8"/>
    <p:sldLayoutId id="2147483749" r:id="rId9"/>
    <p:sldLayoutId id="2147483750" r:id="rId10"/>
    <p:sldLayoutId id="214748375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Sfondo fumo astratto">
            <a:extLst>
              <a:ext uri="{FF2B5EF4-FFF2-40B4-BE49-F238E27FC236}">
                <a16:creationId xmlns:a16="http://schemas.microsoft.com/office/drawing/2014/main" id="{0EE6F019-A7C9-1273-63D2-95CC3802FB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400" b="9014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3" name="Rectangle">
            <a:extLst>
              <a:ext uri="{FF2B5EF4-FFF2-40B4-BE49-F238E27FC236}">
                <a16:creationId xmlns:a16="http://schemas.microsoft.com/office/drawing/2014/main" id="{B4F75AE3-A3AC-DE4C-98FE-EC9DC3BF8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1"/>
            <a:ext cx="5267217" cy="6858000"/>
          </a:xfrm>
          <a:prstGeom prst="rect">
            <a:avLst/>
          </a:prstGeom>
          <a:gradFill flip="none" rotWithShape="1">
            <a:gsLst>
              <a:gs pos="31000">
                <a:schemeClr val="bg1">
                  <a:alpha val="80000"/>
                </a:schemeClr>
              </a:gs>
              <a:gs pos="0">
                <a:schemeClr val="bg1"/>
              </a:gs>
              <a:gs pos="100000">
                <a:schemeClr val="bg1">
                  <a:alpha val="34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/>
            <a:endParaRPr sz="2600" cap="all" dirty="0">
              <a:solidFill>
                <a:srgbClr val="FFFFFF"/>
              </a:solidFill>
              <a:sym typeface="Avenir Next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E6579EBB-EE63-BE87-28F7-C29C569890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151" y="768334"/>
            <a:ext cx="4134538" cy="2866405"/>
          </a:xfrm>
        </p:spPr>
        <p:txBody>
          <a:bodyPr>
            <a:normAutofit/>
          </a:bodyPr>
          <a:lstStyle/>
          <a:p>
            <a:endParaRPr lang="it-IT" sz="540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B737AC4-60BA-9DA2-4C8B-7CBC14799E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5151" y="4283239"/>
            <a:ext cx="4134538" cy="1475177"/>
          </a:xfrm>
        </p:spPr>
        <p:txBody>
          <a:bodyPr>
            <a:normAutofit/>
          </a:bodyPr>
          <a:lstStyle/>
          <a:p>
            <a:endParaRPr lang="it-IT"/>
          </a:p>
        </p:txBody>
      </p:sp>
      <p:cxnSp>
        <p:nvCxnSpPr>
          <p:cNvPr id="24" name="Straight Connector 12">
            <a:extLst>
              <a:ext uri="{FF2B5EF4-FFF2-40B4-BE49-F238E27FC236}">
                <a16:creationId xmlns:a16="http://schemas.microsoft.com/office/drawing/2014/main" id="{41C79BB7-CCAB-2243-9830-5569626C4D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4134538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14">
            <a:extLst>
              <a:ext uri="{FF2B5EF4-FFF2-40B4-BE49-F238E27FC236}">
                <a16:creationId xmlns:a16="http://schemas.microsoft.com/office/drawing/2014/main" id="{44406D7A-DB1A-D940-8AD1-93FAF9DD7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1746" y="0"/>
            <a:ext cx="1900254" cy="6858000"/>
            <a:chOff x="10291746" y="0"/>
            <a:chExt cx="1900254" cy="6858000"/>
          </a:xfrm>
        </p:grpSpPr>
        <p:sp>
          <p:nvSpPr>
            <p:cNvPr id="16" name="Freeform 40">
              <a:extLst>
                <a:ext uri="{FF2B5EF4-FFF2-40B4-BE49-F238E27FC236}">
                  <a16:creationId xmlns:a16="http://schemas.microsoft.com/office/drawing/2014/main" id="{D0F85DF7-431B-BE45-B932-0E22FC3F8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5829" y="809310"/>
              <a:ext cx="536171" cy="1124839"/>
            </a:xfrm>
            <a:custGeom>
              <a:avLst/>
              <a:gdLst>
                <a:gd name="connsiteX0" fmla="*/ 536171 w 536171"/>
                <a:gd name="connsiteY0" fmla="*/ 0 h 1124839"/>
                <a:gd name="connsiteX1" fmla="*/ 536171 w 536171"/>
                <a:gd name="connsiteY1" fmla="*/ 1124839 h 1124839"/>
                <a:gd name="connsiteX2" fmla="*/ 451423 w 536171"/>
                <a:gd name="connsiteY2" fmla="*/ 1116295 h 1124839"/>
                <a:gd name="connsiteX3" fmla="*/ 0 w 536171"/>
                <a:gd name="connsiteY3" fmla="*/ 562419 h 1124839"/>
                <a:gd name="connsiteX4" fmla="*/ 451423 w 536171"/>
                <a:gd name="connsiteY4" fmla="*/ 8543 h 1124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6171" h="1124839">
                  <a:moveTo>
                    <a:pt x="536171" y="0"/>
                  </a:moveTo>
                  <a:lnTo>
                    <a:pt x="536171" y="1124839"/>
                  </a:lnTo>
                  <a:lnTo>
                    <a:pt x="451423" y="1116295"/>
                  </a:lnTo>
                  <a:cubicBezTo>
                    <a:pt x="193797" y="1063577"/>
                    <a:pt x="0" y="835630"/>
                    <a:pt x="0" y="562419"/>
                  </a:cubicBezTo>
                  <a:cubicBezTo>
                    <a:pt x="0" y="289208"/>
                    <a:pt x="193797" y="61261"/>
                    <a:pt x="451423" y="85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 41">
              <a:extLst>
                <a:ext uri="{FF2B5EF4-FFF2-40B4-BE49-F238E27FC236}">
                  <a16:creationId xmlns:a16="http://schemas.microsoft.com/office/drawing/2014/main" id="{BEA0AA89-2965-2A44-B84E-51C748B2D2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748" y="0"/>
              <a:ext cx="1130725" cy="565362"/>
            </a:xfrm>
            <a:custGeom>
              <a:avLst/>
              <a:gdLst>
                <a:gd name="connsiteX0" fmla="*/ 0 w 1130725"/>
                <a:gd name="connsiteY0" fmla="*/ 0 h 565362"/>
                <a:gd name="connsiteX1" fmla="*/ 25420 w 1130725"/>
                <a:gd name="connsiteY1" fmla="*/ 0 h 565362"/>
                <a:gd name="connsiteX2" fmla="*/ 36369 w 1130725"/>
                <a:gd name="connsiteY2" fmla="*/ 108609 h 565362"/>
                <a:gd name="connsiteX3" fmla="*/ 565363 w 1130725"/>
                <a:gd name="connsiteY3" fmla="*/ 539750 h 565362"/>
                <a:gd name="connsiteX4" fmla="*/ 1094356 w 1130725"/>
                <a:gd name="connsiteY4" fmla="*/ 108609 h 565362"/>
                <a:gd name="connsiteX5" fmla="*/ 1105305 w 1130725"/>
                <a:gd name="connsiteY5" fmla="*/ 0 h 565362"/>
                <a:gd name="connsiteX6" fmla="*/ 1130725 w 1130725"/>
                <a:gd name="connsiteY6" fmla="*/ 0 h 565362"/>
                <a:gd name="connsiteX7" fmla="*/ 565363 w 1130725"/>
                <a:gd name="connsiteY7" fmla="*/ 565362 h 565362"/>
                <a:gd name="connsiteX8" fmla="*/ 0 w 1130725"/>
                <a:gd name="connsiteY8" fmla="*/ 0 h 565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30725" h="565362">
                  <a:moveTo>
                    <a:pt x="0" y="0"/>
                  </a:moveTo>
                  <a:lnTo>
                    <a:pt x="25420" y="0"/>
                  </a:lnTo>
                  <a:lnTo>
                    <a:pt x="36369" y="108609"/>
                  </a:lnTo>
                  <a:cubicBezTo>
                    <a:pt x="86718" y="354660"/>
                    <a:pt x="304425" y="539750"/>
                    <a:pt x="565363" y="539750"/>
                  </a:cubicBezTo>
                  <a:cubicBezTo>
                    <a:pt x="826300" y="539750"/>
                    <a:pt x="1044007" y="354660"/>
                    <a:pt x="1094356" y="108609"/>
                  </a:cubicBezTo>
                  <a:lnTo>
                    <a:pt x="1105305" y="0"/>
                  </a:lnTo>
                  <a:lnTo>
                    <a:pt x="1130725" y="0"/>
                  </a:lnTo>
                  <a:cubicBezTo>
                    <a:pt x="1130725" y="312241"/>
                    <a:pt x="877604" y="565362"/>
                    <a:pt x="565363" y="565362"/>
                  </a:cubicBezTo>
                  <a:cubicBezTo>
                    <a:pt x="253121" y="565362"/>
                    <a:pt x="0" y="312241"/>
                    <a:pt x="0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42">
              <a:extLst>
                <a:ext uri="{FF2B5EF4-FFF2-40B4-BE49-F238E27FC236}">
                  <a16:creationId xmlns:a16="http://schemas.microsoft.com/office/drawing/2014/main" id="{7EC47259-887A-FD48-989C-42BC5A3C98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578" y="0"/>
              <a:ext cx="535422" cy="562344"/>
            </a:xfrm>
            <a:custGeom>
              <a:avLst/>
              <a:gdLst>
                <a:gd name="connsiteX0" fmla="*/ 0 w 535422"/>
                <a:gd name="connsiteY0" fmla="*/ 0 h 562344"/>
                <a:gd name="connsiteX1" fmla="*/ 25421 w 535422"/>
                <a:gd name="connsiteY1" fmla="*/ 0 h 562344"/>
                <a:gd name="connsiteX2" fmla="*/ 36370 w 535422"/>
                <a:gd name="connsiteY2" fmla="*/ 108609 h 562344"/>
                <a:gd name="connsiteX3" fmla="*/ 469781 w 535422"/>
                <a:gd name="connsiteY3" fmla="*/ 531316 h 562344"/>
                <a:gd name="connsiteX4" fmla="*/ 535422 w 535422"/>
                <a:gd name="connsiteY4" fmla="*/ 537108 h 562344"/>
                <a:gd name="connsiteX5" fmla="*/ 535422 w 535422"/>
                <a:gd name="connsiteY5" fmla="*/ 562344 h 562344"/>
                <a:gd name="connsiteX6" fmla="*/ 451424 w 535422"/>
                <a:gd name="connsiteY6" fmla="*/ 553876 h 562344"/>
                <a:gd name="connsiteX7" fmla="*/ 0 w 535422"/>
                <a:gd name="connsiteY7" fmla="*/ 0 h 562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5422" h="562344">
                  <a:moveTo>
                    <a:pt x="0" y="0"/>
                  </a:moveTo>
                  <a:lnTo>
                    <a:pt x="25421" y="0"/>
                  </a:lnTo>
                  <a:lnTo>
                    <a:pt x="36370" y="108609"/>
                  </a:lnTo>
                  <a:cubicBezTo>
                    <a:pt x="80425" y="323904"/>
                    <a:pt x="252614" y="492525"/>
                    <a:pt x="469781" y="531316"/>
                  </a:cubicBezTo>
                  <a:lnTo>
                    <a:pt x="535422" y="537108"/>
                  </a:lnTo>
                  <a:lnTo>
                    <a:pt x="535422" y="562344"/>
                  </a:lnTo>
                  <a:lnTo>
                    <a:pt x="451424" y="553876"/>
                  </a:lnTo>
                  <a:cubicBezTo>
                    <a:pt x="193797" y="501158"/>
                    <a:pt x="0" y="273211"/>
                    <a:pt x="0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43">
              <a:extLst>
                <a:ext uri="{FF2B5EF4-FFF2-40B4-BE49-F238E27FC236}">
                  <a16:creationId xmlns:a16="http://schemas.microsoft.com/office/drawing/2014/main" id="{16E261C3-18BE-934F-8A2B-59BE70AE2F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578" y="2181112"/>
              <a:ext cx="535422" cy="1124687"/>
            </a:xfrm>
            <a:custGeom>
              <a:avLst/>
              <a:gdLst>
                <a:gd name="connsiteX0" fmla="*/ 535422 w 535422"/>
                <a:gd name="connsiteY0" fmla="*/ 0 h 1124687"/>
                <a:gd name="connsiteX1" fmla="*/ 535422 w 535422"/>
                <a:gd name="connsiteY1" fmla="*/ 25186 h 1124687"/>
                <a:gd name="connsiteX2" fmla="*/ 456541 w 535422"/>
                <a:gd name="connsiteY2" fmla="*/ 33138 h 1124687"/>
                <a:gd name="connsiteX3" fmla="*/ 25399 w 535422"/>
                <a:gd name="connsiteY3" fmla="*/ 562130 h 1124687"/>
                <a:gd name="connsiteX4" fmla="*/ 456541 w 535422"/>
                <a:gd name="connsiteY4" fmla="*/ 1091123 h 1124687"/>
                <a:gd name="connsiteX5" fmla="*/ 535422 w 535422"/>
                <a:gd name="connsiteY5" fmla="*/ 1099075 h 1124687"/>
                <a:gd name="connsiteX6" fmla="*/ 535422 w 535422"/>
                <a:gd name="connsiteY6" fmla="*/ 1124687 h 1124687"/>
                <a:gd name="connsiteX7" fmla="*/ 451423 w 535422"/>
                <a:gd name="connsiteY7" fmla="*/ 1116219 h 1124687"/>
                <a:gd name="connsiteX8" fmla="*/ 0 w 535422"/>
                <a:gd name="connsiteY8" fmla="*/ 562343 h 1124687"/>
                <a:gd name="connsiteX9" fmla="*/ 451423 w 535422"/>
                <a:gd name="connsiteY9" fmla="*/ 8468 h 112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5422" h="1124687">
                  <a:moveTo>
                    <a:pt x="535422" y="0"/>
                  </a:moveTo>
                  <a:lnTo>
                    <a:pt x="535422" y="25186"/>
                  </a:lnTo>
                  <a:lnTo>
                    <a:pt x="456541" y="33138"/>
                  </a:lnTo>
                  <a:cubicBezTo>
                    <a:pt x="210489" y="83487"/>
                    <a:pt x="25399" y="301194"/>
                    <a:pt x="25399" y="562130"/>
                  </a:cubicBezTo>
                  <a:cubicBezTo>
                    <a:pt x="25399" y="823067"/>
                    <a:pt x="210489" y="1040774"/>
                    <a:pt x="456541" y="1091123"/>
                  </a:cubicBezTo>
                  <a:lnTo>
                    <a:pt x="535422" y="1099075"/>
                  </a:lnTo>
                  <a:lnTo>
                    <a:pt x="535422" y="1124687"/>
                  </a:lnTo>
                  <a:lnTo>
                    <a:pt x="451423" y="1116219"/>
                  </a:lnTo>
                  <a:cubicBezTo>
                    <a:pt x="193797" y="1063501"/>
                    <a:pt x="0" y="835554"/>
                    <a:pt x="0" y="562343"/>
                  </a:cubicBezTo>
                  <a:cubicBezTo>
                    <a:pt x="0" y="289132"/>
                    <a:pt x="193797" y="61185"/>
                    <a:pt x="451423" y="8468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44">
              <a:extLst>
                <a:ext uri="{FF2B5EF4-FFF2-40B4-BE49-F238E27FC236}">
                  <a16:creationId xmlns:a16="http://schemas.microsoft.com/office/drawing/2014/main" id="{35A2267B-0862-A24E-87D2-6CE5187CF9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746" y="806365"/>
              <a:ext cx="1130726" cy="1130724"/>
            </a:xfrm>
            <a:custGeom>
              <a:avLst/>
              <a:gdLst>
                <a:gd name="connsiteX0" fmla="*/ 565363 w 1130726"/>
                <a:gd name="connsiteY0" fmla="*/ 25186 h 1130724"/>
                <a:gd name="connsiteX1" fmla="*/ 25399 w 1130726"/>
                <a:gd name="connsiteY1" fmla="*/ 565149 h 1130724"/>
                <a:gd name="connsiteX2" fmla="*/ 565363 w 1130726"/>
                <a:gd name="connsiteY2" fmla="*/ 1105112 h 1130724"/>
                <a:gd name="connsiteX3" fmla="*/ 1105327 w 1130726"/>
                <a:gd name="connsiteY3" fmla="*/ 565149 h 1130724"/>
                <a:gd name="connsiteX4" fmla="*/ 565363 w 1130726"/>
                <a:gd name="connsiteY4" fmla="*/ 25186 h 1130724"/>
                <a:gd name="connsiteX5" fmla="*/ 565363 w 1130726"/>
                <a:gd name="connsiteY5" fmla="*/ 0 h 1130724"/>
                <a:gd name="connsiteX6" fmla="*/ 1130726 w 1130726"/>
                <a:gd name="connsiteY6" fmla="*/ 565362 h 1130724"/>
                <a:gd name="connsiteX7" fmla="*/ 565363 w 1130726"/>
                <a:gd name="connsiteY7" fmla="*/ 1130724 h 1130724"/>
                <a:gd name="connsiteX8" fmla="*/ 0 w 1130726"/>
                <a:gd name="connsiteY8" fmla="*/ 565362 h 1130724"/>
                <a:gd name="connsiteX9" fmla="*/ 565363 w 1130726"/>
                <a:gd name="connsiteY9" fmla="*/ 0 h 1130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30726" h="1130724">
                  <a:moveTo>
                    <a:pt x="565363" y="25186"/>
                  </a:moveTo>
                  <a:cubicBezTo>
                    <a:pt x="267149" y="25186"/>
                    <a:pt x="25399" y="266936"/>
                    <a:pt x="25399" y="565149"/>
                  </a:cubicBezTo>
                  <a:cubicBezTo>
                    <a:pt x="25399" y="863362"/>
                    <a:pt x="267149" y="1105112"/>
                    <a:pt x="565363" y="1105112"/>
                  </a:cubicBezTo>
                  <a:cubicBezTo>
                    <a:pt x="863577" y="1105112"/>
                    <a:pt x="1105327" y="863362"/>
                    <a:pt x="1105327" y="565149"/>
                  </a:cubicBezTo>
                  <a:cubicBezTo>
                    <a:pt x="1105327" y="266936"/>
                    <a:pt x="863577" y="25186"/>
                    <a:pt x="565363" y="25186"/>
                  </a:cubicBezTo>
                  <a:close/>
                  <a:moveTo>
                    <a:pt x="565363" y="0"/>
                  </a:moveTo>
                  <a:cubicBezTo>
                    <a:pt x="877604" y="0"/>
                    <a:pt x="1130726" y="253121"/>
                    <a:pt x="1130726" y="565362"/>
                  </a:cubicBezTo>
                  <a:cubicBezTo>
                    <a:pt x="1130726" y="877603"/>
                    <a:pt x="877604" y="1130724"/>
                    <a:pt x="565363" y="1130724"/>
                  </a:cubicBezTo>
                  <a:cubicBezTo>
                    <a:pt x="253122" y="1130724"/>
                    <a:pt x="0" y="877603"/>
                    <a:pt x="0" y="565362"/>
                  </a:cubicBezTo>
                  <a:cubicBezTo>
                    <a:pt x="0" y="253121"/>
                    <a:pt x="253122" y="0"/>
                    <a:pt x="565363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45">
              <a:extLst>
                <a:ext uri="{FF2B5EF4-FFF2-40B4-BE49-F238E27FC236}">
                  <a16:creationId xmlns:a16="http://schemas.microsoft.com/office/drawing/2014/main" id="{A404A0DE-A076-8C4E-B8D4-EBC9453377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578" y="3552837"/>
              <a:ext cx="535422" cy="1124688"/>
            </a:xfrm>
            <a:custGeom>
              <a:avLst/>
              <a:gdLst>
                <a:gd name="connsiteX0" fmla="*/ 535422 w 535422"/>
                <a:gd name="connsiteY0" fmla="*/ 0 h 1124688"/>
                <a:gd name="connsiteX1" fmla="*/ 535422 w 535422"/>
                <a:gd name="connsiteY1" fmla="*/ 25186 h 1124688"/>
                <a:gd name="connsiteX2" fmla="*/ 456541 w 535422"/>
                <a:gd name="connsiteY2" fmla="*/ 33138 h 1124688"/>
                <a:gd name="connsiteX3" fmla="*/ 25399 w 535422"/>
                <a:gd name="connsiteY3" fmla="*/ 562131 h 1124688"/>
                <a:gd name="connsiteX4" fmla="*/ 456541 w 535422"/>
                <a:gd name="connsiteY4" fmla="*/ 1091124 h 1124688"/>
                <a:gd name="connsiteX5" fmla="*/ 535422 w 535422"/>
                <a:gd name="connsiteY5" fmla="*/ 1099076 h 1124688"/>
                <a:gd name="connsiteX6" fmla="*/ 535422 w 535422"/>
                <a:gd name="connsiteY6" fmla="*/ 1124688 h 1124688"/>
                <a:gd name="connsiteX7" fmla="*/ 451423 w 535422"/>
                <a:gd name="connsiteY7" fmla="*/ 1116220 h 1124688"/>
                <a:gd name="connsiteX8" fmla="*/ 0 w 535422"/>
                <a:gd name="connsiteY8" fmla="*/ 562344 h 1124688"/>
                <a:gd name="connsiteX9" fmla="*/ 451423 w 535422"/>
                <a:gd name="connsiteY9" fmla="*/ 8468 h 1124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5422" h="1124688">
                  <a:moveTo>
                    <a:pt x="535422" y="0"/>
                  </a:moveTo>
                  <a:lnTo>
                    <a:pt x="535422" y="25186"/>
                  </a:lnTo>
                  <a:lnTo>
                    <a:pt x="456541" y="33138"/>
                  </a:lnTo>
                  <a:cubicBezTo>
                    <a:pt x="210489" y="83488"/>
                    <a:pt x="25399" y="301195"/>
                    <a:pt x="25399" y="562131"/>
                  </a:cubicBezTo>
                  <a:cubicBezTo>
                    <a:pt x="25399" y="823068"/>
                    <a:pt x="210489" y="1040775"/>
                    <a:pt x="456541" y="1091124"/>
                  </a:cubicBezTo>
                  <a:lnTo>
                    <a:pt x="535422" y="1099076"/>
                  </a:lnTo>
                  <a:lnTo>
                    <a:pt x="535422" y="1124688"/>
                  </a:lnTo>
                  <a:lnTo>
                    <a:pt x="451423" y="1116220"/>
                  </a:lnTo>
                  <a:cubicBezTo>
                    <a:pt x="193797" y="1063502"/>
                    <a:pt x="0" y="835555"/>
                    <a:pt x="0" y="562344"/>
                  </a:cubicBezTo>
                  <a:cubicBezTo>
                    <a:pt x="0" y="289133"/>
                    <a:pt x="193797" y="61186"/>
                    <a:pt x="451423" y="8468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53">
              <a:extLst>
                <a:ext uri="{FF2B5EF4-FFF2-40B4-BE49-F238E27FC236}">
                  <a16:creationId xmlns:a16="http://schemas.microsoft.com/office/drawing/2014/main" id="{9EED6D73-C275-3347-BB66-C839642572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642" y="6295916"/>
              <a:ext cx="535358" cy="562084"/>
            </a:xfrm>
            <a:custGeom>
              <a:avLst/>
              <a:gdLst>
                <a:gd name="connsiteX0" fmla="*/ 535358 w 535358"/>
                <a:gd name="connsiteY0" fmla="*/ 0 h 562084"/>
                <a:gd name="connsiteX1" fmla="*/ 535358 w 535358"/>
                <a:gd name="connsiteY1" fmla="*/ 25186 h 562084"/>
                <a:gd name="connsiteX2" fmla="*/ 469717 w 535358"/>
                <a:gd name="connsiteY2" fmla="*/ 30978 h 562084"/>
                <a:gd name="connsiteX3" fmla="*/ 36306 w 535358"/>
                <a:gd name="connsiteY3" fmla="*/ 453686 h 562084"/>
                <a:gd name="connsiteX4" fmla="*/ 25378 w 535358"/>
                <a:gd name="connsiteY4" fmla="*/ 562084 h 562084"/>
                <a:gd name="connsiteX5" fmla="*/ 0 w 535358"/>
                <a:gd name="connsiteY5" fmla="*/ 562084 h 562084"/>
                <a:gd name="connsiteX6" fmla="*/ 11423 w 535358"/>
                <a:gd name="connsiteY6" fmla="*/ 448780 h 562084"/>
                <a:gd name="connsiteX7" fmla="*/ 465221 w 535358"/>
                <a:gd name="connsiteY7" fmla="*/ 6189 h 562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5358" h="562084">
                  <a:moveTo>
                    <a:pt x="535358" y="0"/>
                  </a:moveTo>
                  <a:lnTo>
                    <a:pt x="535358" y="25186"/>
                  </a:lnTo>
                  <a:lnTo>
                    <a:pt x="469717" y="30978"/>
                  </a:lnTo>
                  <a:cubicBezTo>
                    <a:pt x="252550" y="69769"/>
                    <a:pt x="80361" y="238391"/>
                    <a:pt x="36306" y="453686"/>
                  </a:cubicBezTo>
                  <a:lnTo>
                    <a:pt x="25378" y="562084"/>
                  </a:lnTo>
                  <a:lnTo>
                    <a:pt x="0" y="562084"/>
                  </a:lnTo>
                  <a:lnTo>
                    <a:pt x="11423" y="448780"/>
                  </a:lnTo>
                  <a:cubicBezTo>
                    <a:pt x="57551" y="223357"/>
                    <a:pt x="237840" y="46805"/>
                    <a:pt x="465221" y="6189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5" name="Rettangolo 4">
            <a:extLst>
              <a:ext uri="{FF2B5EF4-FFF2-40B4-BE49-F238E27FC236}">
                <a16:creationId xmlns:a16="http://schemas.microsoft.com/office/drawing/2014/main" id="{E673658A-FD13-F54B-E242-98971704DEFE}"/>
              </a:ext>
            </a:extLst>
          </p:cNvPr>
          <p:cNvSpPr/>
          <p:nvPr/>
        </p:nvSpPr>
        <p:spPr>
          <a:xfrm>
            <a:off x="0" y="-1"/>
            <a:ext cx="766307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0495065B-C71D-ED5C-6E0F-66B2868E09E6}"/>
              </a:ext>
            </a:extLst>
          </p:cNvPr>
          <p:cNvSpPr/>
          <p:nvPr/>
        </p:nvSpPr>
        <p:spPr>
          <a:xfrm>
            <a:off x="1" y="806365"/>
            <a:ext cx="2464904" cy="60512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defTabSz="914400" rtl="1" eaLnBrk="1" latinLnBrk="0" hangingPunct="1"/>
            <a:r>
              <a:rPr lang="it-IT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Verbe</a:t>
            </a:r>
          </a:p>
          <a:p>
            <a:pPr marL="0" defTabSz="914400" rtl="1" eaLnBrk="1" latinLnBrk="0" hangingPunct="1"/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 </a:t>
            </a:r>
            <a:r>
              <a:rPr lang="it-IT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faire</a:t>
            </a:r>
            <a:r>
              <a:rPr lang="it-IT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defTabSz="914400" rtl="1" eaLnBrk="1" latinLnBrk="0" hangingPunct="1"/>
            <a:endParaRPr lang="it-IT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J’ai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fait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fait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fait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a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fait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elle a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fait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nous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avons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fait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vous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avez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fait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ont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fait</a:t>
            </a:r>
            <a:endParaRPr lang="it-IT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CD723F1E-08F5-396D-64E2-684954D94304}"/>
              </a:ext>
            </a:extLst>
          </p:cNvPr>
          <p:cNvSpPr/>
          <p:nvPr/>
        </p:nvSpPr>
        <p:spPr>
          <a:xfrm>
            <a:off x="7484165" y="806365"/>
            <a:ext cx="2641756" cy="605163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lang="ar-SA" sz="36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فِعْل</a:t>
            </a:r>
            <a:endParaRPr lang="it-IT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r" defTabSz="914400" rtl="1" eaLnBrk="1" latinLnBrk="0" hangingPunct="1"/>
            <a:r>
              <a:rPr lang="ar-SA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1- عَمَل</a:t>
            </a:r>
            <a:endParaRPr lang="it-IT" sz="3600" b="1" u="sng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r" defTabSz="914400" rtl="1" eaLnBrk="1" latinLnBrk="0" hangingPunct="1"/>
            <a:endParaRPr lang="it-IT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r" defTabSz="914400" rtl="1" eaLnBrk="1" latinLnBrk="0" hangingPunct="1"/>
            <a:r>
              <a:rPr lang="ar-SA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أَنَا </a:t>
            </a:r>
            <a:r>
              <a:rPr lang="ar-SA" sz="36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عَمَلْت</a:t>
            </a:r>
            <a:endParaRPr lang="it-IT" sz="36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r" defTabSz="914400" rtl="1" eaLnBrk="1" latinLnBrk="0" hangingPunct="1"/>
            <a:r>
              <a:rPr lang="ar-SA" sz="3600" b="1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إِنْتَ</a:t>
            </a:r>
            <a:r>
              <a:rPr lang="it-IT" sz="36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36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عَمَلْت</a:t>
            </a:r>
            <a:endParaRPr lang="it-IT" sz="36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 rtl="1"/>
            <a:r>
              <a:rPr lang="ar-SA" sz="3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إِنْ</a:t>
            </a:r>
            <a:r>
              <a:rPr lang="ar-SA" sz="36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تِ</a:t>
            </a:r>
            <a:r>
              <a:rPr lang="it-IT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عَمَلْ</a:t>
            </a:r>
            <a:r>
              <a:rPr lang="ar-SA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تِ</a:t>
            </a:r>
            <a:endParaRPr lang="it-IT" sz="3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r" defTabSz="914400" rtl="1" eaLnBrk="1" latinLnBrk="0" hangingPunct="1"/>
            <a:r>
              <a:rPr lang="ar-SA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هُوَ</a:t>
            </a:r>
            <a:r>
              <a:rPr lang="it-IT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عَمَل</a:t>
            </a:r>
            <a:endParaRPr lang="it-IT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r" defTabSz="914400" rtl="1" eaLnBrk="1" latinLnBrk="0" hangingPunct="1"/>
            <a:r>
              <a:rPr lang="ar-SA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هِيَ</a:t>
            </a:r>
            <a:r>
              <a:rPr lang="it-IT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عَمَلِت</a:t>
            </a:r>
            <a:endParaRPr lang="it-IT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r" defTabSz="914400" rtl="1" eaLnBrk="1" latinLnBrk="0" hangingPunct="1"/>
            <a:r>
              <a:rPr lang="ar-SA" sz="3600" b="1" i="0" strike="noStrike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إِحْ</a:t>
            </a:r>
            <a:r>
              <a:rPr lang="ar-SA" sz="3600" b="1" i="0" strike="noStrike" kern="120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نَا</a:t>
            </a:r>
            <a:r>
              <a:rPr lang="it-IT" sz="3600" b="1" i="0" strike="noStrike" kern="120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ar-SA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عَمَلْ</a:t>
            </a:r>
            <a:r>
              <a:rPr lang="ar-SA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نَا</a:t>
            </a:r>
            <a:endParaRPr lang="it-IT" sz="3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r" defTabSz="914400" rtl="1" eaLnBrk="1" latinLnBrk="0" hangingPunct="1"/>
            <a:r>
              <a:rPr lang="ar-SA" sz="3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إِنْ</a:t>
            </a:r>
            <a:r>
              <a:rPr lang="ar-SA" sz="36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تُو</a:t>
            </a:r>
            <a:r>
              <a:rPr lang="it-IT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3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عَمَلْ</a:t>
            </a:r>
            <a:r>
              <a:rPr lang="ar-SA" sz="36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تُو</a:t>
            </a:r>
            <a:endParaRPr lang="it-IT" sz="3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r" defTabSz="914400" rtl="1" eaLnBrk="1" latinLnBrk="0" hangingPunct="1"/>
            <a:r>
              <a:rPr lang="ar-SA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هُمَّا</a:t>
            </a:r>
            <a:r>
              <a:rPr lang="it-IT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3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عَمَلُو</a:t>
            </a:r>
            <a:endParaRPr lang="it-IT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DA95D794-651B-8C03-43A6-35105EF83957}"/>
              </a:ext>
            </a:extLst>
          </p:cNvPr>
          <p:cNvSpPr/>
          <p:nvPr/>
        </p:nvSpPr>
        <p:spPr>
          <a:xfrm>
            <a:off x="2782957" y="1099584"/>
            <a:ext cx="4133680" cy="57579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defTabSz="914400" rtl="1" eaLnBrk="1" latinLnBrk="0" hangingPunct="1"/>
            <a:endParaRPr lang="it-IT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endParaRPr lang="it-IT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000" b="1" u="sng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Remarques</a:t>
            </a:r>
            <a:r>
              <a:rPr lang="it-IT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0" defTabSz="914400" rtl="1" eaLnBrk="1" latinLnBrk="0" hangingPunct="1"/>
            <a:endParaRPr lang="it-IT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*La </a:t>
            </a:r>
            <a:r>
              <a:rPr lang="it-IT" sz="2000" b="1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conjugaison</a:t>
            </a:r>
            <a:r>
              <a:rPr lang="it-IT" sz="2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pour «je» et «tu </a:t>
            </a:r>
            <a:r>
              <a:rPr lang="it-IT" sz="1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it-IT" sz="1400" b="1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masculin</a:t>
            </a:r>
            <a:r>
              <a:rPr lang="it-IT" sz="1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it-IT" sz="2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 est </a:t>
            </a:r>
            <a:r>
              <a:rPr lang="it-IT" sz="2000" b="1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invariable</a:t>
            </a:r>
            <a:endParaRPr lang="it-IT" sz="20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it-IT" sz="20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*Les </a:t>
            </a:r>
            <a:r>
              <a:rPr lang="it-IT" sz="20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lettres</a:t>
            </a:r>
            <a:r>
              <a:rPr lang="it-IT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 bleu se </a:t>
            </a:r>
            <a:r>
              <a:rPr lang="it-IT" sz="20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trouvent</a:t>
            </a:r>
            <a:r>
              <a:rPr lang="it-IT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à la fin du </a:t>
            </a:r>
            <a:r>
              <a:rPr lang="it-IT" sz="20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pronom</a:t>
            </a:r>
            <a:r>
              <a:rPr lang="it-IT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0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personnel</a:t>
            </a:r>
            <a:r>
              <a:rPr lang="it-IT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0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sujet</a:t>
            </a:r>
            <a:r>
              <a:rPr lang="it-IT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et en </a:t>
            </a:r>
            <a:r>
              <a:rPr lang="it-IT" sz="20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it-IT" sz="2000" b="1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ê</a:t>
            </a:r>
            <a:r>
              <a:rPr lang="it-IT" sz="20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</a:t>
            </a:r>
            <a:r>
              <a:rPr lang="it-IT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0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temps</a:t>
            </a:r>
            <a:r>
              <a:rPr lang="it-IT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à la fin du verbe </a:t>
            </a:r>
            <a:r>
              <a:rPr lang="it-IT" sz="20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conjugué</a:t>
            </a:r>
            <a:r>
              <a:rPr lang="it-IT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rtl="1"/>
            <a:endParaRPr lang="it-IT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ubo 9">
            <a:extLst>
              <a:ext uri="{FF2B5EF4-FFF2-40B4-BE49-F238E27FC236}">
                <a16:creationId xmlns:a16="http://schemas.microsoft.com/office/drawing/2014/main" id="{574A6F20-A15E-AFEE-3FE0-78CA33BBFAE6}"/>
              </a:ext>
            </a:extLst>
          </p:cNvPr>
          <p:cNvSpPr/>
          <p:nvPr/>
        </p:nvSpPr>
        <p:spPr>
          <a:xfrm>
            <a:off x="1103509" y="427"/>
            <a:ext cx="9753600" cy="818814"/>
          </a:xfrm>
          <a:prstGeom prst="cub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40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Conjugaison </a:t>
            </a:r>
            <a:r>
              <a:rPr lang="it-IT" sz="4000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au</a:t>
            </a:r>
            <a:r>
              <a:rPr lang="it-IT" sz="40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4000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passé</a:t>
            </a:r>
            <a:endParaRPr lang="it-IT" sz="400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3978524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Sfondo fumo astratto">
            <a:extLst>
              <a:ext uri="{FF2B5EF4-FFF2-40B4-BE49-F238E27FC236}">
                <a16:creationId xmlns:a16="http://schemas.microsoft.com/office/drawing/2014/main" id="{0EE6F019-A7C9-1273-63D2-95CC3802FB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400" b="9014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3" name="Rectangle">
            <a:extLst>
              <a:ext uri="{FF2B5EF4-FFF2-40B4-BE49-F238E27FC236}">
                <a16:creationId xmlns:a16="http://schemas.microsoft.com/office/drawing/2014/main" id="{B4F75AE3-A3AC-DE4C-98FE-EC9DC3BF8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1"/>
            <a:ext cx="5267217" cy="6858000"/>
          </a:xfrm>
          <a:prstGeom prst="rect">
            <a:avLst/>
          </a:prstGeom>
          <a:gradFill flip="none" rotWithShape="1">
            <a:gsLst>
              <a:gs pos="31000">
                <a:schemeClr val="bg1">
                  <a:alpha val="80000"/>
                </a:schemeClr>
              </a:gs>
              <a:gs pos="0">
                <a:schemeClr val="bg1"/>
              </a:gs>
              <a:gs pos="100000">
                <a:schemeClr val="bg1">
                  <a:alpha val="34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/>
            <a:endParaRPr sz="2600" cap="all" dirty="0">
              <a:solidFill>
                <a:srgbClr val="FFFFFF"/>
              </a:solidFill>
              <a:sym typeface="Avenir Next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E6579EBB-EE63-BE87-28F7-C29C569890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151" y="768334"/>
            <a:ext cx="4134538" cy="2866405"/>
          </a:xfrm>
        </p:spPr>
        <p:txBody>
          <a:bodyPr>
            <a:normAutofit/>
          </a:bodyPr>
          <a:lstStyle/>
          <a:p>
            <a:endParaRPr lang="it-IT" sz="540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B737AC4-60BA-9DA2-4C8B-7CBC14799E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5151" y="4283239"/>
            <a:ext cx="4134538" cy="1475177"/>
          </a:xfrm>
        </p:spPr>
        <p:txBody>
          <a:bodyPr>
            <a:normAutofit/>
          </a:bodyPr>
          <a:lstStyle/>
          <a:p>
            <a:endParaRPr lang="it-IT"/>
          </a:p>
        </p:txBody>
      </p:sp>
      <p:cxnSp>
        <p:nvCxnSpPr>
          <p:cNvPr id="24" name="Straight Connector 12">
            <a:extLst>
              <a:ext uri="{FF2B5EF4-FFF2-40B4-BE49-F238E27FC236}">
                <a16:creationId xmlns:a16="http://schemas.microsoft.com/office/drawing/2014/main" id="{41C79BB7-CCAB-2243-9830-5569626C4D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4134538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14">
            <a:extLst>
              <a:ext uri="{FF2B5EF4-FFF2-40B4-BE49-F238E27FC236}">
                <a16:creationId xmlns:a16="http://schemas.microsoft.com/office/drawing/2014/main" id="{44406D7A-DB1A-D940-8AD1-93FAF9DD7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1746" y="0"/>
            <a:ext cx="1900254" cy="6858000"/>
            <a:chOff x="10291746" y="0"/>
            <a:chExt cx="1900254" cy="6858000"/>
          </a:xfrm>
        </p:grpSpPr>
        <p:sp>
          <p:nvSpPr>
            <p:cNvPr id="16" name="Freeform 40">
              <a:extLst>
                <a:ext uri="{FF2B5EF4-FFF2-40B4-BE49-F238E27FC236}">
                  <a16:creationId xmlns:a16="http://schemas.microsoft.com/office/drawing/2014/main" id="{D0F85DF7-431B-BE45-B932-0E22FC3F8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5829" y="809310"/>
              <a:ext cx="536171" cy="1124839"/>
            </a:xfrm>
            <a:custGeom>
              <a:avLst/>
              <a:gdLst>
                <a:gd name="connsiteX0" fmla="*/ 536171 w 536171"/>
                <a:gd name="connsiteY0" fmla="*/ 0 h 1124839"/>
                <a:gd name="connsiteX1" fmla="*/ 536171 w 536171"/>
                <a:gd name="connsiteY1" fmla="*/ 1124839 h 1124839"/>
                <a:gd name="connsiteX2" fmla="*/ 451423 w 536171"/>
                <a:gd name="connsiteY2" fmla="*/ 1116295 h 1124839"/>
                <a:gd name="connsiteX3" fmla="*/ 0 w 536171"/>
                <a:gd name="connsiteY3" fmla="*/ 562419 h 1124839"/>
                <a:gd name="connsiteX4" fmla="*/ 451423 w 536171"/>
                <a:gd name="connsiteY4" fmla="*/ 8543 h 1124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6171" h="1124839">
                  <a:moveTo>
                    <a:pt x="536171" y="0"/>
                  </a:moveTo>
                  <a:lnTo>
                    <a:pt x="536171" y="1124839"/>
                  </a:lnTo>
                  <a:lnTo>
                    <a:pt x="451423" y="1116295"/>
                  </a:lnTo>
                  <a:cubicBezTo>
                    <a:pt x="193797" y="1063577"/>
                    <a:pt x="0" y="835630"/>
                    <a:pt x="0" y="562419"/>
                  </a:cubicBezTo>
                  <a:cubicBezTo>
                    <a:pt x="0" y="289208"/>
                    <a:pt x="193797" y="61261"/>
                    <a:pt x="451423" y="85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 41">
              <a:extLst>
                <a:ext uri="{FF2B5EF4-FFF2-40B4-BE49-F238E27FC236}">
                  <a16:creationId xmlns:a16="http://schemas.microsoft.com/office/drawing/2014/main" id="{BEA0AA89-2965-2A44-B84E-51C748B2D2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748" y="0"/>
              <a:ext cx="1130725" cy="565362"/>
            </a:xfrm>
            <a:custGeom>
              <a:avLst/>
              <a:gdLst>
                <a:gd name="connsiteX0" fmla="*/ 0 w 1130725"/>
                <a:gd name="connsiteY0" fmla="*/ 0 h 565362"/>
                <a:gd name="connsiteX1" fmla="*/ 25420 w 1130725"/>
                <a:gd name="connsiteY1" fmla="*/ 0 h 565362"/>
                <a:gd name="connsiteX2" fmla="*/ 36369 w 1130725"/>
                <a:gd name="connsiteY2" fmla="*/ 108609 h 565362"/>
                <a:gd name="connsiteX3" fmla="*/ 565363 w 1130725"/>
                <a:gd name="connsiteY3" fmla="*/ 539750 h 565362"/>
                <a:gd name="connsiteX4" fmla="*/ 1094356 w 1130725"/>
                <a:gd name="connsiteY4" fmla="*/ 108609 h 565362"/>
                <a:gd name="connsiteX5" fmla="*/ 1105305 w 1130725"/>
                <a:gd name="connsiteY5" fmla="*/ 0 h 565362"/>
                <a:gd name="connsiteX6" fmla="*/ 1130725 w 1130725"/>
                <a:gd name="connsiteY6" fmla="*/ 0 h 565362"/>
                <a:gd name="connsiteX7" fmla="*/ 565363 w 1130725"/>
                <a:gd name="connsiteY7" fmla="*/ 565362 h 565362"/>
                <a:gd name="connsiteX8" fmla="*/ 0 w 1130725"/>
                <a:gd name="connsiteY8" fmla="*/ 0 h 565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30725" h="565362">
                  <a:moveTo>
                    <a:pt x="0" y="0"/>
                  </a:moveTo>
                  <a:lnTo>
                    <a:pt x="25420" y="0"/>
                  </a:lnTo>
                  <a:lnTo>
                    <a:pt x="36369" y="108609"/>
                  </a:lnTo>
                  <a:cubicBezTo>
                    <a:pt x="86718" y="354660"/>
                    <a:pt x="304425" y="539750"/>
                    <a:pt x="565363" y="539750"/>
                  </a:cubicBezTo>
                  <a:cubicBezTo>
                    <a:pt x="826300" y="539750"/>
                    <a:pt x="1044007" y="354660"/>
                    <a:pt x="1094356" y="108609"/>
                  </a:cubicBezTo>
                  <a:lnTo>
                    <a:pt x="1105305" y="0"/>
                  </a:lnTo>
                  <a:lnTo>
                    <a:pt x="1130725" y="0"/>
                  </a:lnTo>
                  <a:cubicBezTo>
                    <a:pt x="1130725" y="312241"/>
                    <a:pt x="877604" y="565362"/>
                    <a:pt x="565363" y="565362"/>
                  </a:cubicBezTo>
                  <a:cubicBezTo>
                    <a:pt x="253121" y="565362"/>
                    <a:pt x="0" y="312241"/>
                    <a:pt x="0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42">
              <a:extLst>
                <a:ext uri="{FF2B5EF4-FFF2-40B4-BE49-F238E27FC236}">
                  <a16:creationId xmlns:a16="http://schemas.microsoft.com/office/drawing/2014/main" id="{7EC47259-887A-FD48-989C-42BC5A3C98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578" y="0"/>
              <a:ext cx="535422" cy="562344"/>
            </a:xfrm>
            <a:custGeom>
              <a:avLst/>
              <a:gdLst>
                <a:gd name="connsiteX0" fmla="*/ 0 w 535422"/>
                <a:gd name="connsiteY0" fmla="*/ 0 h 562344"/>
                <a:gd name="connsiteX1" fmla="*/ 25421 w 535422"/>
                <a:gd name="connsiteY1" fmla="*/ 0 h 562344"/>
                <a:gd name="connsiteX2" fmla="*/ 36370 w 535422"/>
                <a:gd name="connsiteY2" fmla="*/ 108609 h 562344"/>
                <a:gd name="connsiteX3" fmla="*/ 469781 w 535422"/>
                <a:gd name="connsiteY3" fmla="*/ 531316 h 562344"/>
                <a:gd name="connsiteX4" fmla="*/ 535422 w 535422"/>
                <a:gd name="connsiteY4" fmla="*/ 537108 h 562344"/>
                <a:gd name="connsiteX5" fmla="*/ 535422 w 535422"/>
                <a:gd name="connsiteY5" fmla="*/ 562344 h 562344"/>
                <a:gd name="connsiteX6" fmla="*/ 451424 w 535422"/>
                <a:gd name="connsiteY6" fmla="*/ 553876 h 562344"/>
                <a:gd name="connsiteX7" fmla="*/ 0 w 535422"/>
                <a:gd name="connsiteY7" fmla="*/ 0 h 562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5422" h="562344">
                  <a:moveTo>
                    <a:pt x="0" y="0"/>
                  </a:moveTo>
                  <a:lnTo>
                    <a:pt x="25421" y="0"/>
                  </a:lnTo>
                  <a:lnTo>
                    <a:pt x="36370" y="108609"/>
                  </a:lnTo>
                  <a:cubicBezTo>
                    <a:pt x="80425" y="323904"/>
                    <a:pt x="252614" y="492525"/>
                    <a:pt x="469781" y="531316"/>
                  </a:cubicBezTo>
                  <a:lnTo>
                    <a:pt x="535422" y="537108"/>
                  </a:lnTo>
                  <a:lnTo>
                    <a:pt x="535422" y="562344"/>
                  </a:lnTo>
                  <a:lnTo>
                    <a:pt x="451424" y="553876"/>
                  </a:lnTo>
                  <a:cubicBezTo>
                    <a:pt x="193797" y="501158"/>
                    <a:pt x="0" y="273211"/>
                    <a:pt x="0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43">
              <a:extLst>
                <a:ext uri="{FF2B5EF4-FFF2-40B4-BE49-F238E27FC236}">
                  <a16:creationId xmlns:a16="http://schemas.microsoft.com/office/drawing/2014/main" id="{16E261C3-18BE-934F-8A2B-59BE70AE2F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578" y="2181112"/>
              <a:ext cx="535422" cy="1124687"/>
            </a:xfrm>
            <a:custGeom>
              <a:avLst/>
              <a:gdLst>
                <a:gd name="connsiteX0" fmla="*/ 535422 w 535422"/>
                <a:gd name="connsiteY0" fmla="*/ 0 h 1124687"/>
                <a:gd name="connsiteX1" fmla="*/ 535422 w 535422"/>
                <a:gd name="connsiteY1" fmla="*/ 25186 h 1124687"/>
                <a:gd name="connsiteX2" fmla="*/ 456541 w 535422"/>
                <a:gd name="connsiteY2" fmla="*/ 33138 h 1124687"/>
                <a:gd name="connsiteX3" fmla="*/ 25399 w 535422"/>
                <a:gd name="connsiteY3" fmla="*/ 562130 h 1124687"/>
                <a:gd name="connsiteX4" fmla="*/ 456541 w 535422"/>
                <a:gd name="connsiteY4" fmla="*/ 1091123 h 1124687"/>
                <a:gd name="connsiteX5" fmla="*/ 535422 w 535422"/>
                <a:gd name="connsiteY5" fmla="*/ 1099075 h 1124687"/>
                <a:gd name="connsiteX6" fmla="*/ 535422 w 535422"/>
                <a:gd name="connsiteY6" fmla="*/ 1124687 h 1124687"/>
                <a:gd name="connsiteX7" fmla="*/ 451423 w 535422"/>
                <a:gd name="connsiteY7" fmla="*/ 1116219 h 1124687"/>
                <a:gd name="connsiteX8" fmla="*/ 0 w 535422"/>
                <a:gd name="connsiteY8" fmla="*/ 562343 h 1124687"/>
                <a:gd name="connsiteX9" fmla="*/ 451423 w 535422"/>
                <a:gd name="connsiteY9" fmla="*/ 8468 h 112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5422" h="1124687">
                  <a:moveTo>
                    <a:pt x="535422" y="0"/>
                  </a:moveTo>
                  <a:lnTo>
                    <a:pt x="535422" y="25186"/>
                  </a:lnTo>
                  <a:lnTo>
                    <a:pt x="456541" y="33138"/>
                  </a:lnTo>
                  <a:cubicBezTo>
                    <a:pt x="210489" y="83487"/>
                    <a:pt x="25399" y="301194"/>
                    <a:pt x="25399" y="562130"/>
                  </a:cubicBezTo>
                  <a:cubicBezTo>
                    <a:pt x="25399" y="823067"/>
                    <a:pt x="210489" y="1040774"/>
                    <a:pt x="456541" y="1091123"/>
                  </a:cubicBezTo>
                  <a:lnTo>
                    <a:pt x="535422" y="1099075"/>
                  </a:lnTo>
                  <a:lnTo>
                    <a:pt x="535422" y="1124687"/>
                  </a:lnTo>
                  <a:lnTo>
                    <a:pt x="451423" y="1116219"/>
                  </a:lnTo>
                  <a:cubicBezTo>
                    <a:pt x="193797" y="1063501"/>
                    <a:pt x="0" y="835554"/>
                    <a:pt x="0" y="562343"/>
                  </a:cubicBezTo>
                  <a:cubicBezTo>
                    <a:pt x="0" y="289132"/>
                    <a:pt x="193797" y="61185"/>
                    <a:pt x="451423" y="8468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44">
              <a:extLst>
                <a:ext uri="{FF2B5EF4-FFF2-40B4-BE49-F238E27FC236}">
                  <a16:creationId xmlns:a16="http://schemas.microsoft.com/office/drawing/2014/main" id="{35A2267B-0862-A24E-87D2-6CE5187CF9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746" y="806365"/>
              <a:ext cx="1130726" cy="1130724"/>
            </a:xfrm>
            <a:custGeom>
              <a:avLst/>
              <a:gdLst>
                <a:gd name="connsiteX0" fmla="*/ 565363 w 1130726"/>
                <a:gd name="connsiteY0" fmla="*/ 25186 h 1130724"/>
                <a:gd name="connsiteX1" fmla="*/ 25399 w 1130726"/>
                <a:gd name="connsiteY1" fmla="*/ 565149 h 1130724"/>
                <a:gd name="connsiteX2" fmla="*/ 565363 w 1130726"/>
                <a:gd name="connsiteY2" fmla="*/ 1105112 h 1130724"/>
                <a:gd name="connsiteX3" fmla="*/ 1105327 w 1130726"/>
                <a:gd name="connsiteY3" fmla="*/ 565149 h 1130724"/>
                <a:gd name="connsiteX4" fmla="*/ 565363 w 1130726"/>
                <a:gd name="connsiteY4" fmla="*/ 25186 h 1130724"/>
                <a:gd name="connsiteX5" fmla="*/ 565363 w 1130726"/>
                <a:gd name="connsiteY5" fmla="*/ 0 h 1130724"/>
                <a:gd name="connsiteX6" fmla="*/ 1130726 w 1130726"/>
                <a:gd name="connsiteY6" fmla="*/ 565362 h 1130724"/>
                <a:gd name="connsiteX7" fmla="*/ 565363 w 1130726"/>
                <a:gd name="connsiteY7" fmla="*/ 1130724 h 1130724"/>
                <a:gd name="connsiteX8" fmla="*/ 0 w 1130726"/>
                <a:gd name="connsiteY8" fmla="*/ 565362 h 1130724"/>
                <a:gd name="connsiteX9" fmla="*/ 565363 w 1130726"/>
                <a:gd name="connsiteY9" fmla="*/ 0 h 1130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30726" h="1130724">
                  <a:moveTo>
                    <a:pt x="565363" y="25186"/>
                  </a:moveTo>
                  <a:cubicBezTo>
                    <a:pt x="267149" y="25186"/>
                    <a:pt x="25399" y="266936"/>
                    <a:pt x="25399" y="565149"/>
                  </a:cubicBezTo>
                  <a:cubicBezTo>
                    <a:pt x="25399" y="863362"/>
                    <a:pt x="267149" y="1105112"/>
                    <a:pt x="565363" y="1105112"/>
                  </a:cubicBezTo>
                  <a:cubicBezTo>
                    <a:pt x="863577" y="1105112"/>
                    <a:pt x="1105327" y="863362"/>
                    <a:pt x="1105327" y="565149"/>
                  </a:cubicBezTo>
                  <a:cubicBezTo>
                    <a:pt x="1105327" y="266936"/>
                    <a:pt x="863577" y="25186"/>
                    <a:pt x="565363" y="25186"/>
                  </a:cubicBezTo>
                  <a:close/>
                  <a:moveTo>
                    <a:pt x="565363" y="0"/>
                  </a:moveTo>
                  <a:cubicBezTo>
                    <a:pt x="877604" y="0"/>
                    <a:pt x="1130726" y="253121"/>
                    <a:pt x="1130726" y="565362"/>
                  </a:cubicBezTo>
                  <a:cubicBezTo>
                    <a:pt x="1130726" y="877603"/>
                    <a:pt x="877604" y="1130724"/>
                    <a:pt x="565363" y="1130724"/>
                  </a:cubicBezTo>
                  <a:cubicBezTo>
                    <a:pt x="253122" y="1130724"/>
                    <a:pt x="0" y="877603"/>
                    <a:pt x="0" y="565362"/>
                  </a:cubicBezTo>
                  <a:cubicBezTo>
                    <a:pt x="0" y="253121"/>
                    <a:pt x="253122" y="0"/>
                    <a:pt x="565363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45">
              <a:extLst>
                <a:ext uri="{FF2B5EF4-FFF2-40B4-BE49-F238E27FC236}">
                  <a16:creationId xmlns:a16="http://schemas.microsoft.com/office/drawing/2014/main" id="{A404A0DE-A076-8C4E-B8D4-EBC9453377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578" y="3552837"/>
              <a:ext cx="535422" cy="1124688"/>
            </a:xfrm>
            <a:custGeom>
              <a:avLst/>
              <a:gdLst>
                <a:gd name="connsiteX0" fmla="*/ 535422 w 535422"/>
                <a:gd name="connsiteY0" fmla="*/ 0 h 1124688"/>
                <a:gd name="connsiteX1" fmla="*/ 535422 w 535422"/>
                <a:gd name="connsiteY1" fmla="*/ 25186 h 1124688"/>
                <a:gd name="connsiteX2" fmla="*/ 456541 w 535422"/>
                <a:gd name="connsiteY2" fmla="*/ 33138 h 1124688"/>
                <a:gd name="connsiteX3" fmla="*/ 25399 w 535422"/>
                <a:gd name="connsiteY3" fmla="*/ 562131 h 1124688"/>
                <a:gd name="connsiteX4" fmla="*/ 456541 w 535422"/>
                <a:gd name="connsiteY4" fmla="*/ 1091124 h 1124688"/>
                <a:gd name="connsiteX5" fmla="*/ 535422 w 535422"/>
                <a:gd name="connsiteY5" fmla="*/ 1099076 h 1124688"/>
                <a:gd name="connsiteX6" fmla="*/ 535422 w 535422"/>
                <a:gd name="connsiteY6" fmla="*/ 1124688 h 1124688"/>
                <a:gd name="connsiteX7" fmla="*/ 451423 w 535422"/>
                <a:gd name="connsiteY7" fmla="*/ 1116220 h 1124688"/>
                <a:gd name="connsiteX8" fmla="*/ 0 w 535422"/>
                <a:gd name="connsiteY8" fmla="*/ 562344 h 1124688"/>
                <a:gd name="connsiteX9" fmla="*/ 451423 w 535422"/>
                <a:gd name="connsiteY9" fmla="*/ 8468 h 1124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5422" h="1124688">
                  <a:moveTo>
                    <a:pt x="535422" y="0"/>
                  </a:moveTo>
                  <a:lnTo>
                    <a:pt x="535422" y="25186"/>
                  </a:lnTo>
                  <a:lnTo>
                    <a:pt x="456541" y="33138"/>
                  </a:lnTo>
                  <a:cubicBezTo>
                    <a:pt x="210489" y="83488"/>
                    <a:pt x="25399" y="301195"/>
                    <a:pt x="25399" y="562131"/>
                  </a:cubicBezTo>
                  <a:cubicBezTo>
                    <a:pt x="25399" y="823068"/>
                    <a:pt x="210489" y="1040775"/>
                    <a:pt x="456541" y="1091124"/>
                  </a:cubicBezTo>
                  <a:lnTo>
                    <a:pt x="535422" y="1099076"/>
                  </a:lnTo>
                  <a:lnTo>
                    <a:pt x="535422" y="1124688"/>
                  </a:lnTo>
                  <a:lnTo>
                    <a:pt x="451423" y="1116220"/>
                  </a:lnTo>
                  <a:cubicBezTo>
                    <a:pt x="193797" y="1063502"/>
                    <a:pt x="0" y="835555"/>
                    <a:pt x="0" y="562344"/>
                  </a:cubicBezTo>
                  <a:cubicBezTo>
                    <a:pt x="0" y="289133"/>
                    <a:pt x="193797" y="61186"/>
                    <a:pt x="451423" y="8468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53">
              <a:extLst>
                <a:ext uri="{FF2B5EF4-FFF2-40B4-BE49-F238E27FC236}">
                  <a16:creationId xmlns:a16="http://schemas.microsoft.com/office/drawing/2014/main" id="{9EED6D73-C275-3347-BB66-C839642572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642" y="6295916"/>
              <a:ext cx="535358" cy="562084"/>
            </a:xfrm>
            <a:custGeom>
              <a:avLst/>
              <a:gdLst>
                <a:gd name="connsiteX0" fmla="*/ 535358 w 535358"/>
                <a:gd name="connsiteY0" fmla="*/ 0 h 562084"/>
                <a:gd name="connsiteX1" fmla="*/ 535358 w 535358"/>
                <a:gd name="connsiteY1" fmla="*/ 25186 h 562084"/>
                <a:gd name="connsiteX2" fmla="*/ 469717 w 535358"/>
                <a:gd name="connsiteY2" fmla="*/ 30978 h 562084"/>
                <a:gd name="connsiteX3" fmla="*/ 36306 w 535358"/>
                <a:gd name="connsiteY3" fmla="*/ 453686 h 562084"/>
                <a:gd name="connsiteX4" fmla="*/ 25378 w 535358"/>
                <a:gd name="connsiteY4" fmla="*/ 562084 h 562084"/>
                <a:gd name="connsiteX5" fmla="*/ 0 w 535358"/>
                <a:gd name="connsiteY5" fmla="*/ 562084 h 562084"/>
                <a:gd name="connsiteX6" fmla="*/ 11423 w 535358"/>
                <a:gd name="connsiteY6" fmla="*/ 448780 h 562084"/>
                <a:gd name="connsiteX7" fmla="*/ 465221 w 535358"/>
                <a:gd name="connsiteY7" fmla="*/ 6189 h 562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5358" h="562084">
                  <a:moveTo>
                    <a:pt x="535358" y="0"/>
                  </a:moveTo>
                  <a:lnTo>
                    <a:pt x="535358" y="25186"/>
                  </a:lnTo>
                  <a:lnTo>
                    <a:pt x="469717" y="30978"/>
                  </a:lnTo>
                  <a:cubicBezTo>
                    <a:pt x="252550" y="69769"/>
                    <a:pt x="80361" y="238391"/>
                    <a:pt x="36306" y="453686"/>
                  </a:cubicBezTo>
                  <a:lnTo>
                    <a:pt x="25378" y="562084"/>
                  </a:lnTo>
                  <a:lnTo>
                    <a:pt x="0" y="562084"/>
                  </a:lnTo>
                  <a:lnTo>
                    <a:pt x="11423" y="448780"/>
                  </a:lnTo>
                  <a:cubicBezTo>
                    <a:pt x="57551" y="223357"/>
                    <a:pt x="237840" y="46805"/>
                    <a:pt x="465221" y="6189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5" name="Rettangolo 4">
            <a:extLst>
              <a:ext uri="{FF2B5EF4-FFF2-40B4-BE49-F238E27FC236}">
                <a16:creationId xmlns:a16="http://schemas.microsoft.com/office/drawing/2014/main" id="{E673658A-FD13-F54B-E242-98971704DEFE}"/>
              </a:ext>
            </a:extLst>
          </p:cNvPr>
          <p:cNvSpPr/>
          <p:nvPr/>
        </p:nvSpPr>
        <p:spPr>
          <a:xfrm>
            <a:off x="0" y="-1"/>
            <a:ext cx="766307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F32F4325-285E-7903-53D2-203722E391BC}"/>
              </a:ext>
            </a:extLst>
          </p:cNvPr>
          <p:cNvSpPr/>
          <p:nvPr/>
        </p:nvSpPr>
        <p:spPr>
          <a:xfrm>
            <a:off x="-49696" y="1277761"/>
            <a:ext cx="2395332" cy="558023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defTabSz="914400" rtl="1" eaLnBrk="1" latinLnBrk="0" hangingPunct="1"/>
            <a:r>
              <a:rPr lang="it-IT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Verbe</a:t>
            </a:r>
          </a:p>
          <a:p>
            <a:pPr marL="0" defTabSz="914400" rtl="1" eaLnBrk="1" latinLnBrk="0" hangingPunct="1"/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 </a:t>
            </a:r>
            <a:r>
              <a:rPr lang="it-IT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faire</a:t>
            </a:r>
            <a:r>
              <a:rPr lang="it-IT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defTabSz="914400" rtl="1" eaLnBrk="1" latinLnBrk="0" hangingPunct="1"/>
            <a:endParaRPr lang="it-IT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fais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fais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fait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elle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fait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nous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faisons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vous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faites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font</a:t>
            </a:r>
            <a:endParaRPr lang="it-IT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C36E666C-3C85-F478-5DF9-7C1FACFDE184}"/>
              </a:ext>
            </a:extLst>
          </p:cNvPr>
          <p:cNvSpPr/>
          <p:nvPr/>
        </p:nvSpPr>
        <p:spPr>
          <a:xfrm>
            <a:off x="7663071" y="804875"/>
            <a:ext cx="2264464" cy="605312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lang="ar-SA" sz="36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فِعْل</a:t>
            </a:r>
            <a:endParaRPr lang="it-IT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r" defTabSz="914400" rtl="1" eaLnBrk="1" latinLnBrk="0" hangingPunct="1"/>
            <a:r>
              <a:rPr lang="ar-SA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1-</a:t>
            </a:r>
            <a:r>
              <a:rPr lang="it-IT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36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عَمَل</a:t>
            </a:r>
            <a:endParaRPr lang="it-IT" sz="3600" b="1" u="sng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r" defTabSz="914400" rtl="1" eaLnBrk="1" latinLnBrk="0" hangingPunct="1"/>
            <a:endParaRPr lang="it-IT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r" defTabSz="914400" rtl="1" eaLnBrk="1" latinLnBrk="0" hangingPunct="1"/>
            <a:r>
              <a:rPr lang="ar-SA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أَنَا بَعْمَل</a:t>
            </a:r>
            <a:endParaRPr lang="it-IT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r" defTabSz="914400" rtl="1" eaLnBrk="1" latinLnBrk="0" hangingPunct="1"/>
            <a:r>
              <a:rPr lang="ar-SA" sz="3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إِنْتَ</a:t>
            </a:r>
            <a:r>
              <a:rPr lang="it-IT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3600" b="1" dirty="0" err="1">
                <a:solidFill>
                  <a:schemeClr val="bg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بِ</a:t>
            </a:r>
            <a:r>
              <a:rPr lang="ar-SA" sz="3600" b="1" dirty="0" err="1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تِ</a:t>
            </a:r>
            <a:r>
              <a:rPr lang="ar-SA" sz="3600" b="1" dirty="0" err="1">
                <a:solidFill>
                  <a:schemeClr val="bg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عْمَل</a:t>
            </a:r>
            <a:endParaRPr lang="it-IT" sz="3600" b="1" dirty="0">
              <a:solidFill>
                <a:schemeClr val="bg1"/>
              </a:solidFill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 rtl="1"/>
            <a:r>
              <a:rPr lang="ar-SA" sz="3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إِنْتِ</a:t>
            </a:r>
            <a:r>
              <a:rPr lang="it-IT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3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بِ</a:t>
            </a:r>
            <a:r>
              <a:rPr lang="ar-SA" sz="3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تِ</a:t>
            </a:r>
            <a:r>
              <a:rPr lang="ar-SA" sz="3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عْمَلي</a:t>
            </a:r>
            <a:endParaRPr lang="it-IT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r" defTabSz="914400" rtl="1" eaLnBrk="1" latinLnBrk="0" hangingPunct="1"/>
            <a:r>
              <a:rPr lang="ar-SA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هُوَ</a:t>
            </a:r>
            <a:r>
              <a:rPr lang="it-IT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3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بِ</a:t>
            </a:r>
            <a:r>
              <a:rPr lang="ar-SA" sz="36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يِ</a:t>
            </a:r>
            <a:r>
              <a:rPr lang="ar-SA" sz="3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عْمَل</a:t>
            </a:r>
            <a:endParaRPr lang="it-IT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r" defTabSz="914400" rtl="1" eaLnBrk="1" latinLnBrk="0" hangingPunct="1"/>
            <a:r>
              <a:rPr lang="ar-SA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هِيَ</a:t>
            </a:r>
            <a:r>
              <a:rPr lang="it-IT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3600" b="1" dirty="0" err="1">
                <a:solidFill>
                  <a:schemeClr val="bg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بِتِعْمَل</a:t>
            </a:r>
            <a:endParaRPr lang="it-IT" sz="3600" b="1" dirty="0">
              <a:solidFill>
                <a:schemeClr val="bg1"/>
              </a:solidFill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r" defTabSz="914400" rtl="1" eaLnBrk="1" latinLnBrk="0" hangingPunct="1"/>
            <a:r>
              <a:rPr lang="ar-SA" sz="3600" b="1" i="0" strike="noStrike" kern="1200" dirty="0">
                <a:solidFill>
                  <a:schemeClr val="accent3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إِحْنَا</a:t>
            </a:r>
            <a:r>
              <a:rPr lang="it-IT" sz="3600" b="1" i="0" strike="noStrike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ar-SA" sz="3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بِ</a:t>
            </a:r>
            <a:r>
              <a:rPr lang="ar-SA" sz="3600" b="1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</a:t>
            </a:r>
            <a:r>
              <a:rPr lang="ar-SA" sz="3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ِعْمَل</a:t>
            </a:r>
            <a:endParaRPr lang="it-IT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r" defTabSz="914400" rtl="1" eaLnBrk="1" latinLnBrk="0" hangingPunct="1"/>
            <a:r>
              <a:rPr lang="ar-SA" sz="3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إِنْتُو</a:t>
            </a:r>
            <a:r>
              <a:rPr lang="it-IT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3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بِ</a:t>
            </a:r>
            <a:r>
              <a:rPr lang="ar-SA" sz="3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تِ</a:t>
            </a:r>
            <a:r>
              <a:rPr lang="ar-SA" sz="3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عْمَلُو</a:t>
            </a:r>
            <a:endParaRPr lang="it-IT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r" defTabSz="914400" rtl="1" eaLnBrk="1" latinLnBrk="0" hangingPunct="1"/>
            <a:r>
              <a:rPr lang="ar-SA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هُمَّا </a:t>
            </a:r>
            <a:r>
              <a:rPr lang="ar-SA" sz="3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بِ</a:t>
            </a:r>
            <a:r>
              <a:rPr lang="ar-SA" sz="36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يِ</a:t>
            </a:r>
            <a:r>
              <a:rPr lang="ar-SA" sz="3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عْمَلو</a:t>
            </a:r>
            <a:endParaRPr lang="it-IT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ubo 11">
            <a:extLst>
              <a:ext uri="{FF2B5EF4-FFF2-40B4-BE49-F238E27FC236}">
                <a16:creationId xmlns:a16="http://schemas.microsoft.com/office/drawing/2014/main" id="{F2D8925C-55DF-3478-546F-B37D4AC321A9}"/>
              </a:ext>
            </a:extLst>
          </p:cNvPr>
          <p:cNvSpPr/>
          <p:nvPr/>
        </p:nvSpPr>
        <p:spPr>
          <a:xfrm>
            <a:off x="1219200" y="-13939"/>
            <a:ext cx="9753600" cy="818814"/>
          </a:xfrm>
          <a:prstGeom prst="cub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40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Conjugaison </a:t>
            </a:r>
            <a:r>
              <a:rPr lang="it-IT" sz="4000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au</a:t>
            </a:r>
            <a:r>
              <a:rPr lang="it-IT" sz="40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présent</a:t>
            </a:r>
          </a:p>
          <a:p>
            <a:pPr algn="ctr"/>
            <a:endParaRPr lang="it-IT" dirty="0"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9D473553-08E6-4761-A362-122D50CDC2E8}"/>
              </a:ext>
            </a:extLst>
          </p:cNvPr>
          <p:cNvSpPr/>
          <p:nvPr/>
        </p:nvSpPr>
        <p:spPr>
          <a:xfrm>
            <a:off x="2578993" y="1019343"/>
            <a:ext cx="4952686" cy="583865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l" defTabSz="914400" rtl="0" eaLnBrk="1" latinLnBrk="0" hangingPunct="1"/>
            <a:r>
              <a:rPr lang="it-IT" b="1" u="sng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Remarques</a:t>
            </a:r>
            <a:r>
              <a:rPr lang="it-IT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algn="l" defTabSz="914400" rtl="0" eaLnBrk="1" latinLnBrk="0" hangingPunct="1"/>
            <a:endParaRPr lang="ar-SA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defTabSz="914400" rtl="0" eaLnBrk="1" latinLnBrk="0" hangingPunct="1"/>
            <a:r>
              <a:rPr lang="it-IT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Pour la première </a:t>
            </a:r>
            <a:r>
              <a:rPr lang="it-IT" b="1" dirty="0" err="1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personne</a:t>
            </a:r>
            <a:r>
              <a:rPr lang="it-IT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du </a:t>
            </a:r>
            <a:r>
              <a:rPr lang="it-IT" b="1" dirty="0" err="1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pluriel</a:t>
            </a:r>
            <a:r>
              <a:rPr lang="it-IT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«nous» on </a:t>
            </a:r>
            <a:r>
              <a:rPr lang="it-IT" b="1" dirty="0" err="1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ajoute</a:t>
            </a:r>
            <a:r>
              <a:rPr lang="it-IT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b="1" dirty="0" err="1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aprés</a:t>
            </a:r>
            <a:r>
              <a:rPr lang="it-IT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 première lettre le </a:t>
            </a:r>
            <a:r>
              <a:rPr lang="it-IT" b="1" dirty="0" err="1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it-IT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(ن)</a:t>
            </a:r>
            <a:endParaRPr lang="it-IT" b="1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defTabSz="914400" rtl="0" eaLnBrk="1" latinLnBrk="0" hangingPunct="1"/>
            <a:endParaRPr lang="ar-SA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defTabSz="914400" rtl="0" eaLnBrk="1" latinLnBrk="0" hangingPunct="1"/>
            <a:r>
              <a:rPr lang="it-IT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Pour la </a:t>
            </a:r>
            <a:r>
              <a:rPr lang="it-IT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deuxième</a:t>
            </a:r>
            <a:r>
              <a:rPr lang="it-IT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personne</a:t>
            </a:r>
            <a:r>
              <a:rPr lang="it-IT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du </a:t>
            </a:r>
            <a:r>
              <a:rPr lang="it-IT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singulier</a:t>
            </a:r>
            <a:r>
              <a:rPr lang="it-IT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(m. et </a:t>
            </a:r>
            <a:r>
              <a:rPr lang="it-IT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it-IT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.) et du </a:t>
            </a:r>
            <a:r>
              <a:rPr lang="it-IT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pluriel</a:t>
            </a:r>
            <a:r>
              <a:rPr lang="it-IT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it-IT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ajoute</a:t>
            </a:r>
            <a:r>
              <a:rPr lang="it-IT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 t </a:t>
            </a:r>
            <a:r>
              <a:rPr lang="ar-SA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ar-SA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</a:t>
            </a:r>
            <a:r>
              <a:rPr lang="ar-SA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it-IT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après</a:t>
            </a:r>
            <a:r>
              <a:rPr lang="it-IT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 première lettre </a:t>
            </a:r>
            <a:r>
              <a:rPr lang="it-IT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dans</a:t>
            </a:r>
            <a:r>
              <a:rPr lang="it-IT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it-IT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conjugaison</a:t>
            </a:r>
            <a:r>
              <a:rPr lang="it-IT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 defTabSz="914400" rtl="0" eaLnBrk="1" latinLnBrk="0" hangingPunct="1"/>
            <a:endParaRPr lang="ar-SA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defTabSz="914400" rtl="0" eaLnBrk="1" latinLnBrk="0" hangingPunct="1"/>
            <a:r>
              <a:rPr lang="it-IT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Pour la </a:t>
            </a:r>
            <a:r>
              <a:rPr lang="it-IT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troisième</a:t>
            </a:r>
            <a:r>
              <a:rPr lang="it-IT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personne</a:t>
            </a:r>
            <a:r>
              <a:rPr lang="it-IT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du </a:t>
            </a:r>
            <a:r>
              <a:rPr lang="it-IT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singulier</a:t>
            </a:r>
            <a:r>
              <a:rPr lang="it-IT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(m.) et du </a:t>
            </a:r>
            <a:r>
              <a:rPr lang="it-IT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pluriel</a:t>
            </a:r>
            <a:r>
              <a:rPr lang="it-IT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it-IT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ajoute</a:t>
            </a:r>
            <a:r>
              <a:rPr lang="it-IT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 t </a:t>
            </a:r>
            <a:r>
              <a:rPr lang="ar-SA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ar-SA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</a:t>
            </a:r>
            <a:r>
              <a:rPr lang="ar-SA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it-IT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après</a:t>
            </a:r>
            <a:r>
              <a:rPr lang="it-IT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 première lettre </a:t>
            </a:r>
            <a:r>
              <a:rPr lang="it-IT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dans</a:t>
            </a:r>
            <a:r>
              <a:rPr lang="it-IT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it-IT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conjugaison</a:t>
            </a:r>
            <a:r>
              <a:rPr lang="it-IT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 defTabSz="914400" rtl="0" eaLnBrk="1" latinLnBrk="0" hangingPunct="1"/>
            <a:endParaRPr lang="it-IT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defTabSz="914400" rtl="0" eaLnBrk="1" latinLnBrk="0" hangingPunct="1"/>
            <a:r>
              <a:rPr lang="it-IT" b="1" dirty="0">
                <a:solidFill>
                  <a:schemeClr val="bg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* La </a:t>
            </a:r>
            <a:r>
              <a:rPr lang="it-IT" b="1" dirty="0" err="1">
                <a:solidFill>
                  <a:schemeClr val="bg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conjugaison</a:t>
            </a:r>
            <a:r>
              <a:rPr lang="it-IT" b="1" dirty="0">
                <a:solidFill>
                  <a:schemeClr val="bg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pour «tu (m)» et «elle» est la </a:t>
            </a:r>
            <a:r>
              <a:rPr lang="it-IT" b="1" dirty="0" err="1">
                <a:solidFill>
                  <a:schemeClr val="bg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it-IT" sz="1800" b="1" dirty="0" err="1">
                <a:solidFill>
                  <a:schemeClr val="bg1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ême</a:t>
            </a:r>
            <a:r>
              <a:rPr lang="it-IT" sz="1800" b="1" dirty="0">
                <a:solidFill>
                  <a:schemeClr val="bg1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it-IT" b="1" dirty="0">
              <a:solidFill>
                <a:schemeClr val="bg1"/>
              </a:solidFill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38799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PunchcardVTI">
  <a:themeElements>
    <a:clrScheme name="AnalogousFromDarkSeedLeftStep">
      <a:dk1>
        <a:srgbClr val="000000"/>
      </a:dk1>
      <a:lt1>
        <a:srgbClr val="FFFFFF"/>
      </a:lt1>
      <a:dk2>
        <a:srgbClr val="301B2D"/>
      </a:dk2>
      <a:lt2>
        <a:srgbClr val="F0F3F2"/>
      </a:lt2>
      <a:accent1>
        <a:srgbClr val="E72983"/>
      </a:accent1>
      <a:accent2>
        <a:srgbClr val="D517C0"/>
      </a:accent2>
      <a:accent3>
        <a:srgbClr val="AD29E7"/>
      </a:accent3>
      <a:accent4>
        <a:srgbClr val="5725D7"/>
      </a:accent4>
      <a:accent5>
        <a:srgbClr val="2944E7"/>
      </a:accent5>
      <a:accent6>
        <a:srgbClr val="1781D5"/>
      </a:accent6>
      <a:hlink>
        <a:srgbClr val="433FBF"/>
      </a:hlink>
      <a:folHlink>
        <a:srgbClr val="7F7F7F"/>
      </a:folHlink>
    </a:clrScheme>
    <a:fontScheme name="Punchcard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unchcardVTI" id="{C7262591-AF98-8F48-B56D-6342D2439B1A}" vid="{261D9F73-974A-B14E-9EAF-4871CCA60BB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229</Words>
  <Application>Microsoft Macintosh PowerPoint</Application>
  <PresentationFormat>Widescreen</PresentationFormat>
  <Paragraphs>63</Paragraphs>
  <Slides>2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</vt:i4>
      </vt:variant>
    </vt:vector>
  </HeadingPairs>
  <TitlesOfParts>
    <vt:vector size="6" baseType="lpstr">
      <vt:lpstr>Arial</vt:lpstr>
      <vt:lpstr>Neue Haas Grotesk Text Pro</vt:lpstr>
      <vt:lpstr>Times New Roman</vt:lpstr>
      <vt:lpstr>PunchcardVTI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Leila Alami</dc:creator>
  <cp:lastModifiedBy>Leila Alami</cp:lastModifiedBy>
  <cp:revision>23</cp:revision>
  <dcterms:created xsi:type="dcterms:W3CDTF">2023-02-28T20:47:17Z</dcterms:created>
  <dcterms:modified xsi:type="dcterms:W3CDTF">2023-03-01T09:51:32Z</dcterms:modified>
</cp:coreProperties>
</file>