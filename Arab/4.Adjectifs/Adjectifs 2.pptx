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3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6C21CE-B8A2-816B-C7E3-6A9FEC280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B0BE482-98AC-3E0F-021C-DAE081038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42F5C9-585A-832C-AD44-631A57CD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2245AA-28A6-DE76-6334-7D9521B3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7687B5-5EEC-52FB-4FC8-5D6A1E02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260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DB80A1-D661-E887-5A53-0C645C71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D1495-F2D5-EDC2-B2BB-CCC2A31F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CD4AD1-3965-3427-4C47-45129FC1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B8ECE9F-9F32-B4D4-0F26-B985A5CB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5343F7-5421-0378-7947-8B84E288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83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9B474-8DBB-132F-CB81-3A3BB211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860156-F830-02E3-C60F-02F259807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E1E467-B475-55B9-5B64-FD0F7314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0C3140-174E-6FC8-EE0B-1817CBB2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9BCF78-8525-0F18-3EED-037D8D8E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27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EC7D3A-D535-FC4F-B927-080B1A46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F2828D-AFB4-2630-10BB-DC29A0DDF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5F17559-4215-B4B1-55CD-38502C477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47C6E8-F26D-17C6-3945-7F3D7D3C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1AB8E6-B941-768E-F670-9616BFEB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912EC8-2AC0-89D9-879D-C73FB403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51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288DC9-D5EF-E173-CD06-C9FE0FCC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7302C4-4C45-09A0-6AE9-45408E40D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9A28F9-2980-D4A0-4270-F0F372AEF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64B2E69-516B-216E-8E21-8C0139335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3765549-200D-631C-005F-3F091B869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C91E18-82BA-4B8A-521D-678E55C7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8871E44-168B-DD05-0A41-5640DEEF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3DAEEC-03F3-50D5-8142-D5D92978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1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8507E0-99EC-7362-A0FB-B8F9B440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CFB1BDC-9C5C-2F5D-0DB0-DEF7E737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FCC8A2B-395F-AEF8-1344-393CF790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48A8EF-594C-29E2-EA6A-ECDB06DE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71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0757EC-3B32-0BB3-C221-19C44C58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0A6228B-49E4-F799-8CA3-4B34E9C1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D88B25-996D-B1CD-75C9-5EC945DF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515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88C10-0074-6D68-9DEB-935B20D4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1235F-E3A1-1DFD-550B-968D8025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3ACAC1-4D5B-87CE-413A-45A2C21A3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B012882-E19D-0BB8-4544-13A6AC3D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7C8689-6233-341E-3E72-BA5ED4F7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9C6465-EDBC-E369-EE53-4BCCAD31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81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7212D1-19CA-44A1-2F0B-FC125AF9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E460779-EDFA-329E-1B34-25B4FD3FD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CB85663-0BF2-A320-FC07-FE779D796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2D87CB-69FB-7604-3BAE-34279C32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726DBE-23B6-7CA7-B175-6A452837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BEE23F-FABE-49EB-8067-5E87C1D6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59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8A753-D835-2E1B-7E02-9509FE91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499EB9-71CE-1E5B-21B5-17CD116C7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DE99D8-220A-64F2-E92B-85C8FC15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0EC0DF-3169-4757-18ED-2456C6DE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B59C69-0412-6677-80B0-CE720B1B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E3EE5A-9148-BE47-E1F5-4A0A151E6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E372207-A23B-4979-E482-54037687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CFE5BD-2F72-6ADF-1407-A1642298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0A84AD-E5AE-28AA-10DD-F8D6BA80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12BD25-8B06-6E23-6C8D-31853A90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10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307BDF-5518-6B0B-D2AD-75CD1BAA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CEE546-6E81-AF96-989A-342C0E57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59C0D3-99A7-F9DC-C272-646938FA6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63C63-4168-7B46-8516-35ABCC35A3CB}" type="datetimeFigureOut">
              <a:rPr lang="it-IT" smtClean="0"/>
              <a:t>17/03/23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042BF7-B761-B93C-B694-865494452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BC5CC3-ABD9-2F1E-77E8-596484075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761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B50E7C9-F545-A7E1-58A9-EFFCDACC58D5}"/>
              </a:ext>
            </a:extLst>
          </p:cNvPr>
          <p:cNvSpPr/>
          <p:nvPr/>
        </p:nvSpPr>
        <p:spPr>
          <a:xfrm>
            <a:off x="0" y="1351722"/>
            <a:ext cx="2932044" cy="55062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pauvre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 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pauvre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laid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	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4ECAE2D-973D-ED88-BB32-BEDC84EEB224}"/>
              </a:ext>
            </a:extLst>
          </p:cNvPr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ADJECTIFS (2)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B2FF453-F2A6-148A-9E48-998BC2761EF5}"/>
              </a:ext>
            </a:extLst>
          </p:cNvPr>
          <p:cNvSpPr/>
          <p:nvPr/>
        </p:nvSpPr>
        <p:spPr>
          <a:xfrm>
            <a:off x="2932045" y="1351722"/>
            <a:ext cx="3240155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ar-SA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فَقِير (عَلَى قَدُّو - مِسْكِين)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غَنِيّ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2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جَمِيل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وِحِش / قَبِيح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نَظِيف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وِسِخ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1DF6446-7729-5B50-BBF9-2724A96E5B70}"/>
              </a:ext>
            </a:extLst>
          </p:cNvPr>
          <p:cNvSpPr/>
          <p:nvPr/>
        </p:nvSpPr>
        <p:spPr>
          <a:xfrm>
            <a:off x="6983894" y="1351722"/>
            <a:ext cx="2796212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abordable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mauvais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rapide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lent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09664D6-3A94-17A8-D89A-D98F7B53A51D}"/>
              </a:ext>
            </a:extLst>
          </p:cNvPr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غَالِي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SA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رِخِيس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كْوَيِّس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وِحِش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سَرِيع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ar-SA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بَطِيء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29D85C-4A1B-67F9-5260-53A25A68AC54}"/>
              </a:ext>
            </a:extLst>
          </p:cNvPr>
          <p:cNvSpPr/>
          <p:nvPr/>
        </p:nvSpPr>
        <p:spPr>
          <a:xfrm>
            <a:off x="6172200" y="1351722"/>
            <a:ext cx="811694" cy="550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7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3B497C-DDBA-5F72-60A9-B743AD062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أَنَا شُفْتِ جَارْتِك، دِي فَقِيرَة جِدًّا وِمِحْتَاجَة لِلْمُسَاعْدَة. 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vu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voisine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elle est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pauvre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elle a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d’aide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ar-S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بِصَرَاحَة، هِيَ حِلْوَة قَوِي وْأُخْتَهَا مِش زَيَّهَا.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Franchement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elle est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belle et sa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soeur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 lui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ressemble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ar-SA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اِلشَّاشَة </a:t>
            </a:r>
            <a:r>
              <a:rPr lang="ar-SA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بِتَاعْتِ</a:t>
            </a:r>
            <a:r>
              <a:rPr lang="ar-SA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الكُمْبْيُوتَر </a:t>
            </a:r>
            <a:r>
              <a:rPr lang="ar-S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وِسْخَة، </a:t>
            </a:r>
            <a:r>
              <a:rPr lang="ar-SA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لَازِم تِنَظَّفْهَا.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L’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écran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l’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ordinateur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sale, tu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nettoyer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ar-SA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هُوَ إِنْسَان كُوَيِّس أَوِي، </a:t>
            </a:r>
            <a:r>
              <a:rPr lang="ar-SA" sz="3200" b="1" kern="120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أَنَا مِشْ </a:t>
            </a:r>
            <a:r>
              <a:rPr lang="ar-S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فَاهْمَة اِتْجَوِّزْهَا لِيه. 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C’est une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bonne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je ne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comprends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 s’est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marié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elle.</a:t>
            </a:r>
          </a:p>
          <a:p>
            <a:pPr algn="r"/>
            <a:r>
              <a:rPr kumimoji="0" lang="ar-SA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 </a:t>
            </a:r>
            <a:r>
              <a:rPr kumimoji="0" lang="ar-SA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حَاخُد</a:t>
            </a:r>
            <a:r>
              <a:rPr kumimoji="0" lang="ar-SA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اِلْقَطْرِ </a:t>
            </a:r>
            <a:r>
              <a:rPr kumimoji="0" lang="ar-SA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دَا</a:t>
            </a:r>
            <a:r>
              <a:rPr kumimoji="0" lang="ar-SA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عَشَان الثَّانِي بَطِيء جِدًّا.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it-I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vais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prendre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 le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deuxième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b="1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lent</a:t>
            </a:r>
            <a:r>
              <a:rPr lang="it-IT" sz="3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ar-SA" sz="3200" b="1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Sole 2">
            <a:extLst>
              <a:ext uri="{FF2B5EF4-FFF2-40B4-BE49-F238E27FC236}">
                <a16:creationId xmlns:a16="http://schemas.microsoft.com/office/drawing/2014/main" id="{03F7C91B-1E39-CE66-BA69-CCB7D1CA71EC}"/>
              </a:ext>
            </a:extLst>
          </p:cNvPr>
          <p:cNvSpPr/>
          <p:nvPr/>
        </p:nvSpPr>
        <p:spPr>
          <a:xfrm>
            <a:off x="-1321904" y="4094922"/>
            <a:ext cx="4721087" cy="2693504"/>
          </a:xfrm>
          <a:prstGeom prst="sun">
            <a:avLst/>
          </a:prstGeom>
          <a:solidFill>
            <a:srgbClr val="FFFF00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isometricOffAxis1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أَمْثِلَة</a:t>
            </a:r>
            <a:endParaRPr lang="ar-SA" sz="2800" b="1" kern="1200" dirty="0">
              <a:solidFill>
                <a:schemeClr val="accent4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it-IT" sz="2800" b="1" kern="1200" dirty="0" err="1">
                <a:solidFill>
                  <a:schemeClr val="accent4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endParaRPr lang="ar-SA" sz="2800" b="1" kern="1200" dirty="0">
              <a:solidFill>
                <a:schemeClr val="accent4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746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180</Words>
  <Application>Microsoft Macintosh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57</cp:revision>
  <dcterms:created xsi:type="dcterms:W3CDTF">2023-02-09T20:59:51Z</dcterms:created>
  <dcterms:modified xsi:type="dcterms:W3CDTF">2023-03-17T15:59:48Z</dcterms:modified>
</cp:coreProperties>
</file>