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ilezpSlIiisRbyAg7buZNm0jkA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1351723"/>
            <a:ext cx="2932044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0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grand (de taille)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petit (de taille)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ouvert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fermé	</a:t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2000" cy="626165"/>
          </a:xfrm>
          <a:prstGeom prst="rect">
            <a:avLst/>
          </a:prstGeom>
          <a:solidFill>
            <a:srgbClr val="BF9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ADJECTIFS (1)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2932045" y="1351722"/>
            <a:ext cx="2693503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0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كِبِير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صْغَيَّر (صُغَيَّر)</a:t>
            </a:r>
            <a:endParaRPr b="1" sz="2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طَوِيل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قُصَيَّر</a:t>
            </a:r>
            <a:endParaRPr b="1" sz="18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مَفْتُوح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مَقْفُول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566452" y="1351722"/>
            <a:ext cx="3213654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30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énorme</a:t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nouveau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vieux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intéressant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780106" y="1351723"/>
            <a:ext cx="2411894" cy="5506278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ضَخْم</a:t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طَوِيل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قُصَيَّر</a:t>
            </a:r>
            <a:endParaRPr b="1" sz="3000" u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جِدِيد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قَدِيم</a:t>
            </a:r>
            <a:endParaRPr b="1" sz="28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مُفِيد</a:t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90153" y="1351722"/>
            <a:ext cx="811694" cy="5506278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صَحْبِتِك خَدِيجَة قْصَيَّرَة؟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Ton amie Khadija est petite ?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ب.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لَا، دِي طَوِيلَة جِدًّا.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Non, elle est très grande de taille.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عِنْدَهَا أَوْلَاد؟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Est-ce qu’elle a des enfants ?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أَيْوَ، عِنْدَهَا بِنْت صُغَيَّرَة.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Oui, elle a une petite fille.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أ.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مُمْكِن أَدْخُل؟ </a:t>
            </a:r>
            <a:endParaRPr b="1" sz="3200" u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peux entrer ?</a:t>
            </a:r>
            <a:endParaRPr b="1" sz="3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نَعَم، اِلْبَاب مَفْتُوح.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Oui, la porte est ouverte.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0"/>
            <a:ext cx="4770783" cy="332960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أَمْثِلَة</a:t>
            </a:r>
            <a:endParaRPr b="1" sz="2800">
              <a:solidFill>
                <a:srgbClr val="7F6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 b="1" sz="2800">
              <a:solidFill>
                <a:srgbClr val="7F6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7F6000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قُلْتِ إِيه؟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Qu’est-ce que tu as dit ?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ب.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قُلْتِ إِنِّي بَتْمَنَّى يْكُون عِنْدِي بِيت كِبِير وِفِيه جِنِينَة.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J’ai dit que je voudrais avoir une grande maison avec un jardin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رَاح فِين مَكْتَبَك الْقَدِيم؟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est où ton vieux bureau ?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بِعْتُو الشَّهْر الْفَايِت.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l’ai vendu le mois dernier.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 u="none" strike="noStrike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أ.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إِنْتَ بِتِقْرَا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إِيه</a:t>
            </a:r>
            <a:r>
              <a:rPr b="1" lang="it-IT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؟ </a:t>
            </a:r>
            <a:endParaRPr b="1" sz="3200" u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Qu’est-ce que tu lis ?</a:t>
            </a:r>
            <a:endParaRPr b="1" sz="3200" u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ب. </a:t>
            </a:r>
            <a:r>
              <a:rPr b="1" lang="it-IT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أَنَا بَقْرَا كِتَاب مُفِيد جِدًّا.</a:t>
            </a:r>
            <a:endParaRPr b="1"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rgbClr val="A8D0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r>
              <a:rPr b="1" lang="it-IT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 lis un livre très interessant.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-298175" y="3130826"/>
            <a:ext cx="4770783" cy="3329609"/>
          </a:xfrm>
          <a:prstGeom prst="sun">
            <a:avLst>
              <a:gd fmla="val 25000" name="adj"/>
            </a:avLst>
          </a:prstGeom>
          <a:solidFill>
            <a:srgbClr val="FFFF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أَمْثِلَة</a:t>
            </a:r>
            <a:endParaRPr b="1" sz="2800">
              <a:solidFill>
                <a:srgbClr val="7F6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800">
                <a:solidFill>
                  <a:srgbClr val="7F6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Exemples</a:t>
            </a:r>
            <a:endParaRPr b="1" sz="2800">
              <a:solidFill>
                <a:srgbClr val="7F6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2023-02-09T20:59:51Z</dcterms:created>
  <dc:creator>Leila Alami</dc:creator>
</cp:coreProperties>
</file>