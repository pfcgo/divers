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2" r:id="rId3"/>
    <p:sldId id="260" r:id="rId4"/>
    <p:sldId id="263" r:id="rId5"/>
    <p:sldId id="261" r:id="rId6"/>
    <p:sldId id="265" r:id="rId7"/>
    <p:sldId id="264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6C21CE-B8A2-816B-C7E3-6A9FEC280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B0BE482-98AC-3E0F-021C-DAE081038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42F5C9-585A-832C-AD44-631A57CD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2245AA-28A6-DE76-6334-7D9521B3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7687B5-5EEC-52FB-4FC8-5D6A1E029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260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DB80A1-D661-E887-5A53-0C645C71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3D1495-F2D5-EDC2-B2BB-CCC2A31F2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CD4AD1-3965-3427-4C47-45129FC1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B8ECE9F-9F32-B4D4-0F26-B985A5CB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5343F7-5421-0378-7947-8B84E288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183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E9B474-8DBB-132F-CB81-3A3BB211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860156-F830-02E3-C60F-02F259807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E1E467-B475-55B9-5B64-FD0F7314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0C3140-174E-6FC8-EE0B-1817CBB2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9BCF78-8525-0F18-3EED-037D8D8E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271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EC7D3A-D535-FC4F-B927-080B1A46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F2828D-AFB4-2630-10BB-DC29A0DDF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5F17559-4215-B4B1-55CD-38502C477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47C6E8-F26D-17C6-3945-7F3D7D3C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1AB8E6-B941-768E-F670-9616BFEB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912EC8-2AC0-89D9-879D-C73FB403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1513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288DC9-D5EF-E173-CD06-C9FE0FCC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27302C4-4C45-09A0-6AE9-45408E40D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19A28F9-2980-D4A0-4270-F0F372AEF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64B2E69-516B-216E-8E21-8C0139335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3765549-200D-631C-005F-3F091B869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C91E18-82BA-4B8A-521D-678E55C7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8871E44-168B-DD05-0A41-5640DEEF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3DAEEC-03F3-50D5-8142-D5D92978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51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8507E0-99EC-7362-A0FB-B8F9B440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CFB1BDC-9C5C-2F5D-0DB0-DEF7E737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FCC8A2B-395F-AEF8-1344-393CF790C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48A8EF-594C-29E2-EA6A-ECDB06DE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171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D0757EC-3B32-0BB3-C221-19C44C58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0A6228B-49E4-F799-8CA3-4B34E9C1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D88B25-996D-B1CD-75C9-5EC945DFC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515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E88C10-0074-6D68-9DEB-935B20D4A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1235F-E3A1-1DFD-550B-968D80255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93ACAC1-4D5B-87CE-413A-45A2C21A3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B012882-E19D-0BB8-4544-13A6AC3D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7C8689-6233-341E-3E72-BA5ED4F7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49C6465-EDBC-E369-EE53-4BCCAD31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381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7212D1-19CA-44A1-2F0B-FC125AF9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E460779-EDFA-329E-1B34-25B4FD3FD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CB85663-0BF2-A320-FC07-FE779D796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2D87CB-69FB-7604-3BAE-34279C32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7726DBE-23B6-7CA7-B175-6A452837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BEE23F-FABE-49EB-8067-5E87C1D6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359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F8A753-D835-2E1B-7E02-9509FE91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499EB9-71CE-1E5B-21B5-17CD116C7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DE99D8-220A-64F2-E92B-85C8FC151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0EC0DF-3169-4757-18ED-2456C6DE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B59C69-0412-6677-80B0-CE720B1B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89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2E3EE5A-9148-BE47-E1F5-4A0A151E6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E372207-A23B-4979-E482-54037687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CFE5BD-2F72-6ADF-1407-A1642298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0A84AD-E5AE-28AA-10DD-F8D6BA80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12BD25-8B06-6E23-6C8D-31853A90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210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9307BDF-5518-6B0B-D2AD-75CD1BAA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3CEE546-6E81-AF96-989A-342C0E578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59C0D3-99A7-F9DC-C272-646938FA6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63C63-4168-7B46-8516-35ABCC35A3CB}" type="datetimeFigureOut">
              <a:rPr lang="it-IT" smtClean="0"/>
              <a:t>17/02/23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042BF7-B761-B93C-B694-865494452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BC5CC3-ABD9-2F1E-77E8-596484075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65172-79FD-3243-866D-09CC1F1F45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761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B50E7C9-F545-A7E1-58A9-EFFCDACC58D5}"/>
              </a:ext>
            </a:extLst>
          </p:cNvPr>
          <p:cNvSpPr/>
          <p:nvPr/>
        </p:nvSpPr>
        <p:spPr>
          <a:xfrm>
            <a:off x="0" y="1351723"/>
            <a:ext cx="2932044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it-IT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petit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grand (de </a:t>
            </a:r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</a:t>
            </a:r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petit (de </a:t>
            </a:r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</a:t>
            </a:r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ouvert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fermé</a:t>
            </a:r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4ECAE2D-973D-ED88-BB32-BEDC84EEB224}"/>
              </a:ext>
            </a:extLst>
          </p:cNvPr>
          <p:cNvSpPr/>
          <p:nvPr/>
        </p:nvSpPr>
        <p:spPr>
          <a:xfrm>
            <a:off x="0" y="0"/>
            <a:ext cx="12192000" cy="62616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ADJECTIFS (1)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B2FF453-F2A6-148A-9E48-998BC2761EF5}"/>
              </a:ext>
            </a:extLst>
          </p:cNvPr>
          <p:cNvSpPr/>
          <p:nvPr/>
        </p:nvSpPr>
        <p:spPr>
          <a:xfrm>
            <a:off x="2932045" y="1351722"/>
            <a:ext cx="3240155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it-IT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keb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īr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</a:t>
            </a:r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ghayyar</a:t>
            </a:r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2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</a:t>
            </a:r>
            <a:r>
              <a:rPr lang="it-IT" sz="2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oghayyar</a:t>
            </a:r>
            <a:r>
              <a:rPr lang="it-IT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īl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ṣayyar</a:t>
            </a:r>
            <a:r>
              <a:rPr lang="it-IT" sz="3000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it-IT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it-IT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ṣayyar</a:t>
            </a:r>
            <a:r>
              <a:rPr lang="it-IT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it-IT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maftoū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ma’f</a:t>
            </a:r>
            <a:r>
              <a:rPr lang="it-IT" sz="3000" b="1" i="0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ūl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1DF6446-7729-5B50-BBF9-2724A96E5B70}"/>
              </a:ext>
            </a:extLst>
          </p:cNvPr>
          <p:cNvSpPr/>
          <p:nvPr/>
        </p:nvSpPr>
        <p:spPr>
          <a:xfrm>
            <a:off x="6983894" y="1351722"/>
            <a:ext cx="2796212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it-IT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énorme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court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nouveau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vieux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intéressant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09664D6-3A94-17A8-D89A-D98F7B53A51D}"/>
              </a:ext>
            </a:extLst>
          </p:cNvPr>
          <p:cNvSpPr/>
          <p:nvPr/>
        </p:nvSpPr>
        <p:spPr>
          <a:xfrm>
            <a:off x="9780106" y="1351723"/>
            <a:ext cx="2411894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2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ḍ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akhm</a:t>
            </a:r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īl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ou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ṣayyar</a:t>
            </a:r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gued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īd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īm</a:t>
            </a:r>
            <a:r>
              <a:rPr lang="it-IT" sz="30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28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it-IT" sz="28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qa</a:t>
            </a:r>
            <a:r>
              <a:rPr lang="it-IT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it-IT" sz="28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īm</a:t>
            </a:r>
            <a:r>
              <a:rPr lang="it-IT" sz="28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muf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īd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F29D85C-4A1B-67F9-5260-53A25A68AC54}"/>
              </a:ext>
            </a:extLst>
          </p:cNvPr>
          <p:cNvSpPr/>
          <p:nvPr/>
        </p:nvSpPr>
        <p:spPr>
          <a:xfrm>
            <a:off x="6172200" y="1351722"/>
            <a:ext cx="811694" cy="55062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56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83B497C-DDBA-5F72-60A9-B743AD0628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200" b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  <a:endParaRPr lang="it-IT" sz="3200" b="1" u="sng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ḥbeti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Khad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īga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ṭaw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īla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gueddan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ˁindaha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awl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ād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?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Aywa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ˁindaha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bent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oghayyara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momkin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adkhoul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ˁam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āb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maftoū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sz="3200" b="1" u="none" strike="noStrike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Batmann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yko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ˁend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bīt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kebīr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fīh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ghenīna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r>
              <a:rPr lang="it-IT" sz="32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maktabék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qad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īm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 -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ˁtou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chchahr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(e)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lf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āyet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āb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baqr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mouf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īd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gueddan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377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B50E7C9-F545-A7E1-58A9-EFFCDACC58D5}"/>
              </a:ext>
            </a:extLst>
          </p:cNvPr>
          <p:cNvSpPr/>
          <p:nvPr/>
        </p:nvSpPr>
        <p:spPr>
          <a:xfrm>
            <a:off x="0" y="1351722"/>
            <a:ext cx="2932044" cy="55062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it-IT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pauvre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 </a:t>
            </a:r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pauvre</a:t>
            </a:r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laid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propre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	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4ECAE2D-973D-ED88-BB32-BEDC84EEB224}"/>
              </a:ext>
            </a:extLst>
          </p:cNvPr>
          <p:cNvSpPr/>
          <p:nvPr/>
        </p:nvSpPr>
        <p:spPr>
          <a:xfrm>
            <a:off x="0" y="0"/>
            <a:ext cx="12192000" cy="62616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ADJECTIFS (2)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B2FF453-F2A6-148A-9E48-998BC2761EF5}"/>
              </a:ext>
            </a:extLst>
          </p:cNvPr>
          <p:cNvSpPr/>
          <p:nvPr/>
        </p:nvSpPr>
        <p:spPr>
          <a:xfrm>
            <a:off x="2932045" y="1351722"/>
            <a:ext cx="3240155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it-IT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faq</a:t>
            </a:r>
            <a:r>
              <a:rPr lang="it-IT" sz="32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īr</a:t>
            </a:r>
            <a:r>
              <a:rPr lang="it-IT" sz="32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2000" b="1" i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it-IT" sz="2000" b="1" i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ˁala</a:t>
            </a:r>
            <a:r>
              <a:rPr lang="it-IT" sz="2000" b="1" i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2000" b="1" i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qaddo</a:t>
            </a:r>
            <a:r>
              <a:rPr lang="it-IT" sz="2000" b="1" i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</a:t>
            </a:r>
            <a:r>
              <a:rPr lang="it-IT" sz="2000" b="1" i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r>
              <a:rPr lang="it-IT" sz="28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īn</a:t>
            </a:r>
            <a:r>
              <a:rPr lang="it-IT" sz="28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ghaniyy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</a:t>
            </a:r>
            <a:r>
              <a:rPr lang="it-IT" sz="32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īl</a:t>
            </a:r>
            <a:r>
              <a:rPr lang="it-IT" sz="32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ḥelw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ḥich</a:t>
            </a:r>
            <a:r>
              <a:rPr lang="it-IT" sz="3000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qab</a:t>
            </a:r>
            <a:r>
              <a:rPr lang="it-IT" sz="28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r>
              <a:rPr lang="it-IT" sz="3000" b="1" u="none" strike="noStrike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naz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īf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wesikh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1DF6446-7729-5B50-BBF9-2724A96E5B70}"/>
              </a:ext>
            </a:extLst>
          </p:cNvPr>
          <p:cNvSpPr/>
          <p:nvPr/>
        </p:nvSpPr>
        <p:spPr>
          <a:xfrm>
            <a:off x="6983894" y="1351722"/>
            <a:ext cx="2796212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cher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abordable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bien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mauvais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rapide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lent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09664D6-3A94-17A8-D89A-D98F7B53A51D}"/>
              </a:ext>
            </a:extLst>
          </p:cNvPr>
          <p:cNvSpPr/>
          <p:nvPr/>
        </p:nvSpPr>
        <p:spPr>
          <a:xfrm>
            <a:off x="9780106" y="1351723"/>
            <a:ext cx="2411894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ālī</a:t>
            </a:r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rekh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īs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kwayyis</a:t>
            </a:r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ḥich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</a:t>
            </a:r>
            <a:r>
              <a:rPr lang="it-IT" sz="28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000" b="1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F29D85C-4A1B-67F9-5260-53A25A68AC54}"/>
              </a:ext>
            </a:extLst>
          </p:cNvPr>
          <p:cNvSpPr/>
          <p:nvPr/>
        </p:nvSpPr>
        <p:spPr>
          <a:xfrm>
            <a:off x="6172200" y="1351722"/>
            <a:ext cx="811694" cy="55062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7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83B497C-DDBA-5F72-60A9-B743AD0628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200" b="1" dirty="0" err="1">
                <a:solidFill>
                  <a:schemeClr val="bg1"/>
                </a:solidFill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  <a:endParaRPr lang="it-IT" sz="3200" b="1" dirty="0">
              <a:solidFill>
                <a:schemeClr val="bg1"/>
              </a:solidFill>
              <a:highlight>
                <a:srgbClr val="808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chouft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(e)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gartek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it-IT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faq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īra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gueddan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ḥt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āga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lilmousa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ˁda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Biṣar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ḥelwa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oukhtaha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mouch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zayyaha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Echch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ācha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beta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ˁt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computer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weskha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āzem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tenazzafha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sz="3200" b="1" u="none" strike="noStrike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Houwa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kwayyis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mouch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fahma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eggawwezha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līh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zz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āy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ākhoud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qi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ār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ˁch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ṯṯ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ān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gueddan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746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B50E7C9-F545-A7E1-58A9-EFFCDACC58D5}"/>
              </a:ext>
            </a:extLst>
          </p:cNvPr>
          <p:cNvSpPr/>
          <p:nvPr/>
        </p:nvSpPr>
        <p:spPr>
          <a:xfrm>
            <a:off x="0" y="1351722"/>
            <a:ext cx="2932044" cy="5506279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it-IT" sz="3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gros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mince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publique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privé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général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personnel</a:t>
            </a:r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4ECAE2D-973D-ED88-BB32-BEDC84EEB224}"/>
              </a:ext>
            </a:extLst>
          </p:cNvPr>
          <p:cNvSpPr/>
          <p:nvPr/>
        </p:nvSpPr>
        <p:spPr>
          <a:xfrm>
            <a:off x="0" y="0"/>
            <a:ext cx="12192000" cy="62616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ADJECTIFS (3)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B2FF453-F2A6-148A-9E48-998BC2761EF5}"/>
              </a:ext>
            </a:extLst>
          </p:cNvPr>
          <p:cNvSpPr/>
          <p:nvPr/>
        </p:nvSpPr>
        <p:spPr>
          <a:xfrm>
            <a:off x="2932045" y="1351722"/>
            <a:ext cx="3240155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ṯ</a:t>
            </a:r>
            <a:r>
              <a:rPr kumimoji="0" lang="it-IT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ekh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īn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roufayya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ˁoumo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ūmī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ṣṣ</a:t>
            </a:r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āmm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ṣo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</a:t>
            </a:r>
            <a:r>
              <a:rPr lang="it-IT" sz="30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1DF6446-7729-5B50-BBF9-2724A96E5B70}"/>
              </a:ext>
            </a:extLst>
          </p:cNvPr>
          <p:cNvSpPr/>
          <p:nvPr/>
        </p:nvSpPr>
        <p:spPr>
          <a:xfrm>
            <a:off x="6983894" y="1351722"/>
            <a:ext cx="2796212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stupide</a:t>
            </a: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it-IT" sz="3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modeste</a:t>
            </a: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arrogant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cultivé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analphabète</a:t>
            </a:r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09664D6-3A94-17A8-D89A-D98F7B53A51D}"/>
              </a:ext>
            </a:extLst>
          </p:cNvPr>
          <p:cNvSpPr/>
          <p:nvPr/>
        </p:nvSpPr>
        <p:spPr>
          <a:xfrm>
            <a:off x="9780106" y="1351723"/>
            <a:ext cx="2411894" cy="550627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zakiyy</a:t>
            </a:r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ghabiyy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motaw</a:t>
            </a:r>
            <a:r>
              <a:rPr lang="it-IT" sz="3200" b="1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i="0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ḍi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endParaRPr lang="it-IT" sz="3000" b="1" u="none" strike="noStrike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mutakabbir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</a:t>
            </a:r>
            <a:r>
              <a:rPr lang="it-IT" sz="3000" b="1" u="none" strike="noStrike" kern="1200" dirty="0" err="1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ˁallim</a:t>
            </a:r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it-IT" sz="3000" b="1" kern="1200" dirty="0">
              <a:solidFill>
                <a:srgbClr val="FFFF00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oummiy</a:t>
            </a:r>
            <a:endParaRPr kumimoji="0" lang="it-IT" sz="3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F29D85C-4A1B-67F9-5260-53A25A68AC54}"/>
              </a:ext>
            </a:extLst>
          </p:cNvPr>
          <p:cNvSpPr/>
          <p:nvPr/>
        </p:nvSpPr>
        <p:spPr>
          <a:xfrm>
            <a:off x="6172200" y="1351722"/>
            <a:ext cx="811694" cy="55062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3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20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83B497C-DDBA-5F72-60A9-B743AD0628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3200" b="1" u="sng" dirty="0" err="1">
                <a:solidFill>
                  <a:schemeClr val="bg1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  <a:endParaRPr lang="it-IT" sz="3200" b="1" u="sng" dirty="0">
              <a:solidFill>
                <a:schemeClr val="bg1"/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khaṭabha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ḥed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moutaˁllim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moutadayyen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‘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ultilha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innou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ghabiyy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mabetesmaˁche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betechtaghal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ˁé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ṣṣa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sz="3200" b="1" u="none" strike="noStrike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El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mesk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oummiy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ˁoumro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āh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lmadrasa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3200" b="1" kern="12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chakhṣ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ṭayyeb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motaw</a:t>
            </a:r>
            <a:r>
              <a:rPr lang="it-IT" sz="36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600" b="1" i="0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ḍi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gueddan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51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83B497C-DDBA-5F72-60A9-B743AD0628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it-IT" sz="32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C0C0C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Exercice</a:t>
            </a:r>
            <a:endParaRPr kumimoji="0" lang="ar-SA" sz="32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C0C0C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it-IT" sz="3200" b="1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érez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espace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l’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adjectif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approprié</a:t>
            </a:r>
            <a:endParaRPr lang="it-IT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it-IT" sz="3200" b="1" i="0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Ibn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beyetfarrag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lḥayawan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āt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w’mabeykhafch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Līh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chtarīt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maktab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? El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maktab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betā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ˁk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lessa                  .</a:t>
            </a:r>
          </a:p>
          <a:p>
            <a:pPr marL="514350" indent="-514350">
              <a:buAutoNum type="arabicPeriod"/>
            </a:pP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Chouti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qi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ār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addi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?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Dā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ḥna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wṣelna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baˁdi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bass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Inti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mouch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ḥt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āga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lilmouftā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ˁalach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ān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bāb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.</a:t>
            </a:r>
          </a:p>
          <a:p>
            <a:pPr marL="514350" indent="-514350">
              <a:buAutoNum type="arabicPeriod"/>
            </a:pPr>
            <a:r>
              <a:rPr lang="it-IT" sz="32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                 </a:t>
            </a:r>
            <a:r>
              <a:rPr lang="it-IT" sz="3200" b="1" u="none" strike="noStrik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gueddan</a:t>
            </a:r>
            <a:r>
              <a:rPr lang="it-IT" sz="32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u="none" strike="noStrik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īne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ḥlto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ūch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āga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ˁaro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ūsa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lo’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ṭa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,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ṯaqqafa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Lazem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te’akkili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ibnik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kwayyes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                  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awe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kumimoji="0" lang="it-IT" sz="3200" b="1" i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 An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ˁt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(i)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sayyart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ī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chtarīt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ḥda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.</a:t>
            </a:r>
          </a:p>
          <a:p>
            <a:r>
              <a:rPr kumimoji="0" lang="it-IT" sz="3200" b="1" i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9-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ˁindaha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u="none" strike="noStrike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walad</a:t>
            </a:r>
            <a:r>
              <a:rPr lang="it-IT" sz="3200" b="1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bent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.</a:t>
            </a:r>
          </a:p>
          <a:p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Līh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bet’o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ūl</a:t>
            </a:r>
            <a:r>
              <a:rPr lang="it-IT" sz="3200" b="1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innaha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?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it-IT" sz="3200" b="1" kern="1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ā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chouftaha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hiya</a:t>
            </a:r>
            <a:r>
              <a:rPr lang="it-IT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. </a:t>
            </a:r>
          </a:p>
          <a:p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6484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413</Words>
  <Application>Microsoft Macintosh PowerPoint</Application>
  <PresentationFormat>Widescreen</PresentationFormat>
  <Paragraphs>183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32</cp:revision>
  <dcterms:created xsi:type="dcterms:W3CDTF">2023-02-09T20:59:51Z</dcterms:created>
  <dcterms:modified xsi:type="dcterms:W3CDTF">2023-02-17T14:32:29Z</dcterms:modified>
</cp:coreProperties>
</file>