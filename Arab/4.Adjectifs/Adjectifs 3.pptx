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9" roundtripDataSignature="AMtx7miG+iK12iuoKGZ84OkJvNglfdVx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1351722"/>
            <a:ext cx="2932044" cy="5506279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0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mince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publique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général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personnel	</a:t>
            </a:r>
            <a:endParaRPr b="1" i="0" sz="3000" u="none" cap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2000" cy="626165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ADJECTIFS (3)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2932045" y="1351722"/>
            <a:ext cx="3240155" cy="5506278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ثِخِين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رُفَيَّع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عُمُومِي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خَاصّ</a:t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عَامّ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خُصُوصِي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983894" y="1351722"/>
            <a:ext cx="2796212" cy="5506278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</a:t>
            </a:r>
            <a:endParaRPr b="1" i="0" sz="3000" u="none" cap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stupide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modeste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arrogant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cultivé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analphabète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780106" y="1351723"/>
            <a:ext cx="2411894" cy="5506278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ذَكِيّ</a:t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غَبِيّ (r de roi)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مُتَوَاضِع</a:t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مُتَكَبِّر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مُتَعَلِّم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أُمِّيّ</a:t>
            </a:r>
            <a:endParaRPr b="1" i="0" sz="3000" u="none" cap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172200" y="1351722"/>
            <a:ext cx="811694" cy="5506278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(دِي خَطَبْهَا وَاحِد مُتَعَلِّم وِمُتَدَيِّن.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Elle est fiancée à un homme cultivé et religieux.</a:t>
            </a:r>
            <a:endParaRPr b="1" sz="3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قُلْتِلْهَا إِنُّو غَبِيّ وْمَا بِتِسْمَعْشِ الْكَلَام.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Je lui ai dit qu’il est stupide mais elle ne m’écoute pas.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هِيَ بِتِشْتَغَل فِي عِيَادَة خَاصَّة.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Elle travaille dans une clinique privée.</a:t>
            </a:r>
            <a:endParaRPr b="1" sz="3200" u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اِلْمَسْكِين أُمِّيّ، عُمْرُو مَا رَاح الْمَدْرَسَة.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Le pauvre, il est analphabet, il n’est jamais allé à l’école.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دَا شَخْص طَيِّب وِمُتَوَاضِع جِدًّا.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C’est une personne bonne et très modeste.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-1282148" y="3975652"/>
            <a:ext cx="4721087" cy="2882348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أَمْثِلَة</a:t>
            </a:r>
            <a:endParaRPr b="1" sz="2800">
              <a:solidFill>
                <a:srgbClr val="7F6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 b="1" sz="2800">
              <a:solidFill>
                <a:srgbClr val="7F6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200" u="sng" cap="none" strike="noStrike">
                <a:solidFill>
                  <a:schemeClr val="lt1"/>
                </a:solidFill>
                <a:highlight>
                  <a:srgbClr val="C0C0C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Exercice</a:t>
            </a:r>
            <a:endParaRPr b="1" i="0" sz="3200" u="sng" cap="none" strike="noStrike">
              <a:solidFill>
                <a:schemeClr val="lt1"/>
              </a:solidFill>
              <a:highlight>
                <a:srgbClr val="C0C0C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Insérez dans chaque espace l’adjectif approprié puis traduisez :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اِبْنِي بِيِتْفَرَّج عَلى الْحَيَوَانَات ................. وِمَا بِيْخَافْش.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لِيه اشْتَرِيت مَكْتَب.............؟ دَا الْمَكْتَب بِتَاعَك لِسَّ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شُفْتِ الْقِطَار .......... قَدِّ إِيه؟ دَا حْنَا وَصَلْنَا بَعْدِ سَاعَة بَسّ.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إِنْتِ مُش مِحْتَاجَة لِلْمُفْتَاح عَلَشَان الْبَاب .............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دَا ............ جِدًّا، اِلْمَسْكِين مَا حِلْتُوش حَاجَة.</a:t>
            </a:r>
            <a:endParaRPr b="1" i="0" sz="3200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لَا، هِي عَرُوسَة لُقْطَة، دِي ............ وِ ................، وِمُثَقَّفَة.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أَيْمَن بِيْشُوف بَسِّ نَفْسُو، دَا أَنَانِي وِكَمَان............... أَوِي.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أَنَا بِعْت سَيَّارْتِي …………. وِاشْتَرِيت وَاحْدَة ………….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صَحْبِتِي كَرِيمَة عِنْدَهَا وَلَد ............. وِبِنْت..............</a:t>
            </a:r>
            <a:endParaRPr b="1" sz="3200" u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لِيه بِتْقُول إِنَّهَا ................. أَنَا شُفْتَهَا وْهِيَ ...................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200" u="sng" cap="none" strike="noStrike">
                <a:solidFill>
                  <a:schemeClr val="lt1"/>
                </a:solidFill>
                <a:highlight>
                  <a:srgbClr val="C0C0C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Exercice</a:t>
            </a:r>
            <a:endParaRPr b="1" i="0" sz="3200" u="sng" cap="none" strike="noStrike">
              <a:solidFill>
                <a:schemeClr val="lt1"/>
              </a:solidFill>
              <a:highlight>
                <a:srgbClr val="C0C0C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Insérez dans chaque espace l’adjectif approprié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200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An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ā be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ˁt(i) sayyart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ī                   we chtarīt wa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ḥda                 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200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9- 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ˁindaha walad                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bent                   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Līh bet’oūl innaha                ? Anā chouftaha we hiya                   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2023-02-09T20:59:51Z</dcterms:created>
  <dc:creator>Leila Alami</dc:creator>
</cp:coreProperties>
</file>