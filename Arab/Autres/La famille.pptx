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Gill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iLGxC9WlrvnHtxnaPzWEwa9b/e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ill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1 - أَخُويَ مُحَامِي وهُو مَشْهُور جِدًّا 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2- عِيلْـتَك بِتِسْكُن فِي هُولَنْدَا، مِشْ كِدَا؟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3 - عَمِّتِي طَيِّبَة قَوِي / جِدًّا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5- بِنْت عَمِّي عَارِضَة أَزْيَاء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6- جِدِّتِي / تِيتَة حْنَيِّنَة جدا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7- أَبُويَ بِيِشْتَغَل كِثِير وبِيكَلَّم شوَي / ما بِيِكَّلِّمْش كْثِير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8 - بَحِبِّ أَحْفَادِي قَوِي، وبِالْخُصُوص رِضَا، الصُّغَيَّر 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9-خَالْتِي سَاعَدِتْنَا كْثِير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10 - إنت عَايِز تِجَّوِّز بِنْت خَالَك أَمِينَة؟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11 - بَسِّ يَا عَمِّي، من زَمَان مَا شُفْتِش أَولادَك</a:t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457200" y="668049"/>
            <a:ext cx="7626795" cy="2841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457200" y="3602038"/>
            <a:ext cx="7626795" cy="2501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57200" y="668050"/>
            <a:ext cx="7673389" cy="38165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457200" y="4589463"/>
            <a:ext cx="7673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" name="Google Shape;40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1" name="Google Shape;41;p13"/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42" name="Google Shape;42;p13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5" name="Google Shape;45;p1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2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668049"/>
            <a:ext cx="10451534" cy="1591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457200" y="2341329"/>
            <a:ext cx="5562600" cy="3835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6172200" y="2341329"/>
            <a:ext cx="4736534" cy="3835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5" name="Google Shape;55;p14"/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56" name="Google Shape;56;p14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59" name="Google Shape;59;p1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2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57200" y="668049"/>
            <a:ext cx="10450629" cy="1325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7086" y="2182814"/>
            <a:ext cx="502151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57086" y="3115949"/>
            <a:ext cx="5021512" cy="307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3" type="body"/>
          </p:nvPr>
        </p:nvSpPr>
        <p:spPr>
          <a:xfrm>
            <a:off x="5890597" y="2182814"/>
            <a:ext cx="50172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4"/>
          <p:cNvSpPr txBox="1"/>
          <p:nvPr>
            <p:ph idx="4" type="body"/>
          </p:nvPr>
        </p:nvSpPr>
        <p:spPr>
          <a:xfrm>
            <a:off x="5890597" y="3115949"/>
            <a:ext cx="5017232" cy="307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668049"/>
            <a:ext cx="7685037" cy="1363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81" name="Google Shape;81;p17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3" name="Google Shape;83;p17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7" name="Google Shape;87;p17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2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457200" y="668049"/>
            <a:ext cx="4314825" cy="1957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183188" y="668049"/>
            <a:ext cx="4875212" cy="5231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57200" y="2749024"/>
            <a:ext cx="4314825" cy="3119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8" name="Google Shape;98;p18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1" name="Google Shape;101;p18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3" name="Google Shape;103;p18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2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668049"/>
            <a:ext cx="4314825" cy="22357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  <a:defRPr sz="4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/>
          <p:nvPr>
            <p:ph idx="2" type="pic"/>
          </p:nvPr>
        </p:nvSpPr>
        <p:spPr>
          <a:xfrm>
            <a:off x="5183188" y="668049"/>
            <a:ext cx="4958436" cy="5231253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457200" y="2941222"/>
            <a:ext cx="4314825" cy="292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8" name="Google Shape;108;p18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 rot="5400000">
            <a:off x="2259593" y="294320"/>
            <a:ext cx="4080250" cy="768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0" name="Google Shape;120;p20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1" name="Google Shape;121;p20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4" name="Google Shape;124;p20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27" name="Google Shape;127;p2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2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 rot="5400000">
            <a:off x="5866305" y="2108056"/>
            <a:ext cx="550891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 rot="5400000">
            <a:off x="1047293" y="77957"/>
            <a:ext cx="5508913" cy="6689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6488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6488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" name="Google Shape;8;p9"/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9" name="Google Shape;9;p9"/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" name="Google Shape;10;p9"/>
            <p:cNvSpPr/>
            <p:nvPr/>
          </p:nvSpPr>
          <p:spPr>
            <a:xfrm>
              <a:off x="8385871" y="0"/>
              <a:ext cx="2955657" cy="679194"/>
            </a:xfrm>
            <a:custGeom>
              <a:rect b="b" l="l" r="r" t="t"/>
              <a:pathLst>
                <a:path extrusionOk="0" h="679194" w="2955657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" name="Google Shape;11;p9"/>
            <p:cNvSpPr/>
            <p:nvPr/>
          </p:nvSpPr>
          <p:spPr>
            <a:xfrm>
              <a:off x="8351565" y="4121414"/>
              <a:ext cx="3266317" cy="2736586"/>
            </a:xfrm>
            <a:custGeom>
              <a:rect b="b" l="l" r="r" t="t"/>
              <a:pathLst>
                <a:path extrusionOk="0" h="2736586" w="3266317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" name="Google Shape;12;p9"/>
            <p:cNvSpPr/>
            <p:nvPr/>
          </p:nvSpPr>
          <p:spPr>
            <a:xfrm>
              <a:off x="11755674" y="3386384"/>
              <a:ext cx="436325" cy="1309674"/>
            </a:xfrm>
            <a:custGeom>
              <a:rect b="b" l="l" r="r" t="t"/>
              <a:pathLst>
                <a:path extrusionOk="0" h="1433600" w="477612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solidFill>
              <a:srgbClr val="DCA9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" name="Google Shape;13;p9"/>
            <p:cNvSpPr/>
            <p:nvPr/>
          </p:nvSpPr>
          <p:spPr>
            <a:xfrm>
              <a:off x="8385870" y="791588"/>
              <a:ext cx="3232012" cy="3232012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" name="Google Shape;14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rotWithShape="1">
            <a:blip r:embed="rId1">
              <a:alphaModFix amt="6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  <a:defRPr b="0" i="0" sz="4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457200" y="1554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Motivo liquido colorato" id="138" name="Google Shape;138;p1"/>
          <p:cNvPicPr preferRelativeResize="0"/>
          <p:nvPr/>
        </p:nvPicPr>
        <p:blipFill rotWithShape="1">
          <a:blip r:embed="rId3">
            <a:alphaModFix amt="60000"/>
          </a:blip>
          <a:srcRect b="9479" l="0" r="-1" t="10143"/>
          <a:stretch/>
        </p:blipFill>
        <p:spPr>
          <a:xfrm>
            <a:off x="0" y="10"/>
            <a:ext cx="12188921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40" name="Google Shape;140;p1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6" name="Google Shape;146;p1"/>
          <p:cNvSpPr/>
          <p:nvPr/>
        </p:nvSpPr>
        <p:spPr>
          <a:xfrm>
            <a:off x="3160501" y="1889699"/>
            <a:ext cx="8318791" cy="456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8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اِلْعِيلَة / اِلْأُسْرَة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8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La famille</a:t>
            </a:r>
            <a:endParaRPr b="1" sz="8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306270" y="691791"/>
            <a:ext cx="900216" cy="1045123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2206486" y="1964048"/>
            <a:ext cx="900216" cy="1045123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3196246" y="3290245"/>
            <a:ext cx="900216" cy="1045123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55" name="Google Shape;155;p2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6" name="Google Shape;156;p2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62" name="Google Shape;162;p2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7533861" y="1"/>
            <a:ext cx="2349213" cy="6857999"/>
          </a:xfrm>
          <a:prstGeom prst="rect">
            <a:avLst/>
          </a:prstGeom>
          <a:solidFill>
            <a:srgbClr val="DDB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Frère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Soeur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2983" y="-1"/>
            <a:ext cx="3513877" cy="6857999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Grand-père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Gran-mère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Oncle (paternel)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Oncle (maternel)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Tante (paternelle)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Tante (maternelle)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9883074" y="1"/>
            <a:ext cx="2302095" cy="6857999"/>
          </a:xfrm>
          <a:prstGeom prst="rect">
            <a:avLst/>
          </a:prstGeom>
          <a:solidFill>
            <a:srgbClr val="DDB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اِلزُّوج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اِلزُّوجَة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اِلْاِبْن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اِلْبِنْت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اِلْأَخ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اِلْأُخْت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510894" y="-3"/>
            <a:ext cx="3011762" cy="6857999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اِلْجِدّ (جِدُّو)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اِلْجِدَّة ((جِدِّتُو / تِيتَة)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اِلْعَمّ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اِلْخَال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اِلْعَمَّة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اِلْخَالَة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اِلْأَب (اِلْوَالِد)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اِلْأُمّ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73" name="Google Shape;173;p3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9" name="Google Shape;179;p3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157919" y="2097156"/>
            <a:ext cx="4035488" cy="4760844"/>
          </a:xfrm>
          <a:prstGeom prst="rect">
            <a:avLst/>
          </a:prstGeom>
          <a:solidFill>
            <a:srgbClr val="DDB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de l’oncle paternel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de l’oncle maternel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de la tante paternelle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de la tante maternelle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-2983" y="2097157"/>
            <a:ext cx="3834747" cy="4760840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de l’oncle paternel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de l’oncle maternel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de la tante paternelle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de la tante maternelle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10193408" y="2097154"/>
            <a:ext cx="1991762" cy="4760846"/>
          </a:xfrm>
          <a:prstGeom prst="rect">
            <a:avLst/>
          </a:prstGeom>
          <a:solidFill>
            <a:srgbClr val="DDB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بِنْتِ الْعَمّ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بِنْتِ الْخَال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بِنْتِ الْعَمَّة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بِنْتِ الْخَالَة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3838595" y="2097154"/>
            <a:ext cx="2202563" cy="4760843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الْعَمّ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الْخَال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الْعَمَّة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الْخَالَة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3975652" y="122795"/>
            <a:ext cx="3657600" cy="1023731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Cousins</a:t>
            </a:r>
            <a:endParaRPr sz="3600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90" name="Google Shape;190;p4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91" name="Google Shape;191;p4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4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7" name="Google Shape;197;p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382148" y="2683565"/>
            <a:ext cx="4552122" cy="4174435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du frère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Fils de la soeur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du frère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 de la soeur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934270" y="2683564"/>
            <a:ext cx="4927718" cy="4174435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الْأَخ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الْأُخْت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 الْأَخ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 الْأُخْت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975651" y="122795"/>
            <a:ext cx="6758609" cy="1023731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Neveux - nièces</a:t>
            </a:r>
            <a:endParaRPr sz="3600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6" name="Google Shape;206;p5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207" name="Google Shape;207;p5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7027" y="972881"/>
            <a:ext cx="3834747" cy="1749286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 petit-fils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petite-fille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7266825" y="933925"/>
            <a:ext cx="4942202" cy="1891145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اِبْن اِبْنِي / اِبْن بِنْتِي / حَفِيدِي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بِنْت اِبْنِي / بِنْت بِنْتِي / حَفِيدْتِي 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753249" y="81694"/>
            <a:ext cx="4685502" cy="951962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petits-enfants</a:t>
            </a:r>
            <a:endParaRPr sz="2800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2843" y="3753504"/>
            <a:ext cx="3834747" cy="1263878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 beau-père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belle-mère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230349" y="3489907"/>
            <a:ext cx="4942202" cy="1503243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حَمَايَ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حَمَاتِي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2782967" y="2612469"/>
            <a:ext cx="4810530" cy="1023731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Bellle-mère/beau-père</a:t>
            </a:r>
            <a:endParaRPr sz="20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2843" y="5605693"/>
            <a:ext cx="3834747" cy="1263878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 beau-frère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belle-soeur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230349" y="5342096"/>
            <a:ext cx="4942202" cy="1503243"/>
          </a:xfrm>
          <a:prstGeom prst="rect">
            <a:avLst/>
          </a:prstGeom>
          <a:solidFill>
            <a:srgbClr val="F3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زُوج أُخْتِي – أَخُو جُوزِي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مْرَات أَخُويَ – أُخْتِ جُوزِي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2782967" y="4464658"/>
            <a:ext cx="5128582" cy="1023731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Belle-soeur / beau-frère</a:t>
            </a:r>
            <a:endParaRPr sz="2000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8" name="Google Shape;228;p6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229" name="Google Shape;229;p6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35" name="Google Shape;235;p6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اِبْن أُخْتِ أُمِّي هُوَ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بِنْت أُخْتِ أَبُويَ هِي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اِبْنِ أَخُو أُمِّي يِبْقَالِي ....................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أَخُو جُوزِي هُو.................... اِبْنِي.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أُخْتِ جُوزِي هِيَ .................... اِبْنِي.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مْرَات أَخُويَ تِبْقَالِي ....................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7- أَخُو ابْنَهَا مِن نَفْسِ الْأُمّ يِبْقَا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1" name="Google Shape;241;p7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242" name="Google Shape;242;p7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6" name="Google Shape;246;p7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48" name="Google Shape;248;p7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 أَخُو أُخْتَك مِن أَبُوك وِ أُمَّك (وِمَّك) هُوَ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9- أُخْتِ عَمِّك هِيَ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10- اِبْنِ أُخْتِ أُمَّها يِبْقَالْهَا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11- اِبْن بِنْتَهَا هُو ....................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12- وَالِد أَبُوهَا هُوَ ....................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13- أُخْتِ مْرَاتُو هِي .................... بِنْتُه.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14- جِدِّ ابْنَهَا مِن أُمُّو هُوَ ....................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54" name="Google Shape;254;p8"/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255" name="Google Shape;255;p8"/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0330568" y="2199078"/>
              <a:ext cx="1195288" cy="119528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>
                <a:alpha val="6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 flipH="1" rot="10800000">
              <a:off x="11151383" y="4336822"/>
              <a:ext cx="1040617" cy="1263878"/>
            </a:xfrm>
            <a:custGeom>
              <a:rect b="b" l="l" r="r" t="t"/>
              <a:pathLst>
                <a:path extrusionOk="0" h="1360088" w="1119832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1638492" y="2767655"/>
              <a:ext cx="553508" cy="1567713"/>
            </a:xfrm>
            <a:custGeom>
              <a:rect b="b" l="l" r="r" t="t"/>
              <a:pathLst>
                <a:path extrusionOk="0" h="1733435" w="612019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rgbClr val="DBC2A6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 flipH="1">
              <a:off x="10300855" y="0"/>
              <a:ext cx="1891145" cy="1891145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rect b="b" l="l" r="r" t="t"/>
              <a:pathLst>
                <a:path extrusionOk="0" h="6861545" w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A275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61" name="Google Shape;261;p8"/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Traduire en égyptien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Mon frère est avocat et il est très célèbre.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Ta famille habite en Hollande, n’est-ce pas?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Ma tante (paternelle) est très gentille.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Mon cousin (fils de ma tante m.) est méchant, menteur et hypocrite.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Ma cousine (fille de mon oncle p.) Lina est mannequin.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Ma grand-mère est vraiment affectueuse.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7- Mon père travaille beaucoup et parle peu.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 J’aime beaucoup mes petits-enfants, surtout Reda, le plus petit.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9- Ma tante m. nous a beaucoup aidés.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10- Tu veux te marier avec ta cousine (fille de ton oncle m.) Mina?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11- Mais cher oncle (p.), ça fait longtemps que je ne vois pas tes enfants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2023-02-17T09:52:29Z</dcterms:created>
  <dc:creator>Leila Alami</dc:creator>
</cp:coreProperties>
</file>