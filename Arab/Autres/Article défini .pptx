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igx/9QcrzwlOWWbivc34Fai74h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12165" y="2027582"/>
            <a:ext cx="3508513" cy="4830418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asad (assed)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b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īt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gamal </a:t>
            </a:r>
            <a:r>
              <a:rPr b="1" lang="it-I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(el jamal)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b="1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ḥoum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ār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k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haroūf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</a:t>
            </a:r>
            <a:r>
              <a:rPr b="1" i="0" lang="it-IT" sz="4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ˁ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īn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ghour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āb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668316" y="2027582"/>
            <a:ext cx="2523684" cy="4830418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f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īl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ird </a:t>
            </a:r>
            <a:r>
              <a:rPr b="1" i="0" lang="it-IT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(qird)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kalb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me</a:t>
            </a:r>
            <a:r>
              <a:rPr b="1" i="0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ˁza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haram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ward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yakht</a:t>
            </a: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-1" y="2027582"/>
            <a:ext cx="2967445" cy="4830417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lion</a:t>
            </a:r>
            <a:endParaRPr b="1" i="0" sz="4000" u="none" cap="none" strike="noStrike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maison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chameau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</a:t>
            </a:r>
            <a:r>
              <a:rPr lang="it-IT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âne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mouton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</a:t>
            </a:r>
            <a:r>
              <a:rPr lang="it-IT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œil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corbeau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536150" y="2027581"/>
            <a:ext cx="3132166" cy="4830418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l’éléphant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singe</a:t>
            </a:r>
            <a:endParaRPr b="1" i="0" sz="4000" u="none" cap="none" strike="noStrike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chien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chèvre</a:t>
            </a:r>
            <a:endParaRPr b="1" i="0" sz="4000" u="none" cap="none" strike="noStrike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pyramide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roses</a:t>
            </a:r>
            <a:endParaRPr b="1" i="0" sz="4000" u="none" cap="none" strike="noStrike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yacht</a:t>
            </a:r>
            <a:endParaRPr b="1" i="0" sz="4000" u="none" cap="none" strike="noStrike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07505" y="0"/>
            <a:ext cx="11449878" cy="1908313"/>
          </a:xfrm>
          <a:prstGeom prst="horizontalScroll">
            <a:avLst>
              <a:gd fmla="val 12500" name="adj"/>
            </a:avLst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222513" y="407503"/>
            <a:ext cx="10137914" cy="1093306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Article défini «el»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3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avec les lettres lunaires</a:t>
            </a:r>
            <a:endParaRPr b="1" i="1" sz="3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3177209" y="2027582"/>
            <a:ext cx="3253408" cy="4830418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ett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ī</a:t>
            </a: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i="0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ṯṯo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ūm </a:t>
            </a:r>
            <a:r>
              <a:rPr b="1" lang="it-IT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(essoūm)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eddubb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errāguel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ezzat</a:t>
            </a:r>
            <a:r>
              <a:rPr b="1" i="0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ūn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essir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echchāb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9723782" y="2027582"/>
            <a:ext cx="2468218" cy="4830418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ṣṣabr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ḍḍ</a:t>
            </a: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ofda</a:t>
            </a:r>
            <a:r>
              <a:rPr b="1" i="0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ˁ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lang="it-IT" sz="4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ṭṭ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arabīza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ezzill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ellamo</a:t>
            </a: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ūne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ennoūr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-1" y="2027582"/>
            <a:ext cx="3160643" cy="4830417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0" lang="it-IT" sz="4000" u="none" cap="none" strike="noStrike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figues</a:t>
            </a:r>
            <a:endParaRPr b="1" i="0" sz="4000" u="none" cap="none" strike="noStrike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l’ail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l’ours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l’homme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 olives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secret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jeune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715539" y="2027582"/>
            <a:ext cx="3008243" cy="4830418"/>
          </a:xfrm>
          <a:prstGeom prst="rect">
            <a:avLst/>
          </a:prstGeom>
          <a:gradFill>
            <a:gsLst>
              <a:gs pos="0">
                <a:srgbClr val="939393"/>
              </a:gs>
              <a:gs pos="50000">
                <a:srgbClr val="D5D5D5"/>
              </a:gs>
              <a:gs pos="100000">
                <a:schemeClr val="lt1"/>
              </a:gs>
            </a:gsLst>
            <a:path path="circle">
              <a:fillToRect b="50%" l="50%" r="50%" t="50%"/>
            </a:path>
            <a:tileRect/>
          </a:gradFill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patience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grenouille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table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l’ombre</a:t>
            </a:r>
            <a:endParaRPr b="1" sz="4000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 citron</a:t>
            </a:r>
            <a:endParaRPr b="1" i="0" sz="4000" u="none" cap="none" strike="noStrike">
              <a:solidFill>
                <a:srgbClr val="54813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000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lumière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96957" y="0"/>
            <a:ext cx="11449878" cy="1908313"/>
          </a:xfrm>
          <a:prstGeom prst="horizontalScroll">
            <a:avLst>
              <a:gd fmla="val 12500" name="adj"/>
            </a:avLst>
          </a:prstGeom>
          <a:solidFill>
            <a:srgbClr val="A8D08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222513" y="407503"/>
            <a:ext cx="10137914" cy="1093306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Article défini «el»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-IT" sz="36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avec les lettres solaires</a:t>
            </a:r>
            <a:endParaRPr b="1" i="1" sz="36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2023-02-09T20:59:51Z</dcterms:created>
  <dc:creator>Leila Alami</dc:creator>
</cp:coreProperties>
</file>