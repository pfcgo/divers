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gERjlT3C6JwFYYJJORKV0dIlye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839788" y="1752600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839788" y="2666999"/>
            <a:ext cx="5157787" cy="3522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3" type="body"/>
          </p:nvPr>
        </p:nvSpPr>
        <p:spPr>
          <a:xfrm>
            <a:off x="6172200" y="1752600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4" type="body"/>
          </p:nvPr>
        </p:nvSpPr>
        <p:spPr>
          <a:xfrm>
            <a:off x="6172200" y="2666999"/>
            <a:ext cx="5183188" cy="3522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2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 rot="5400000">
            <a:off x="3998119" y="-1210468"/>
            <a:ext cx="4195763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rgbClr val="5A4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" name="Google Shape;7;p4"/>
          <p:cNvPicPr preferRelativeResize="0"/>
          <p:nvPr/>
        </p:nvPicPr>
        <p:blipFill rotWithShape="1">
          <a:blip r:embed="rId1">
            <a:alphaModFix amt="35000"/>
          </a:blip>
          <a:srcRect b="0" l="0" r="0" t="0"/>
          <a:stretch/>
        </p:blipFill>
        <p:spPr>
          <a:xfrm>
            <a:off x="0" y="1"/>
            <a:ext cx="12192000" cy="13924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4"/>
          <p:cNvSpPr txBox="1"/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b="1" i="0" sz="4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4"/>
          <p:cNvSpPr txBox="1"/>
          <p:nvPr>
            <p:ph idx="1" type="body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0" type="dt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1" type="ftr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" name="Google Shape;88;p1"/>
          <p:cNvSpPr txBox="1"/>
          <p:nvPr>
            <p:ph type="ctrTitle"/>
          </p:nvPr>
        </p:nvSpPr>
        <p:spPr>
          <a:xfrm>
            <a:off x="838200" y="513189"/>
            <a:ext cx="5797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ar-SA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اسم الْفَاعِل</a:t>
            </a:r>
            <a:br>
              <a:rPr lang="ar-SA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ar-SA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ar-SA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participe actif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Motivo immagine con onde" id="89" name="Google Shape;89;p1"/>
          <p:cNvPicPr preferRelativeResize="0"/>
          <p:nvPr/>
        </p:nvPicPr>
        <p:blipFill rotWithShape="1">
          <a:blip r:embed="rId3">
            <a:alphaModFix/>
          </a:blip>
          <a:srcRect b="0" l="35446" r="2723" t="0"/>
          <a:stretch/>
        </p:blipFill>
        <p:spPr>
          <a:xfrm>
            <a:off x="7162800" y="10"/>
            <a:ext cx="5029200" cy="569380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rgbClr val="5A4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1"/>
          <p:cNvSpPr/>
          <p:nvPr/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rotWithShape="1">
            <a:blip r:embed="rId4">
              <a:alphaModFix amt="20000"/>
            </a:blip>
            <a:tile algn="tl" flip="none" tx="88900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DDDCB6"/>
          </a:solidFill>
          <a:ln cap="flat" cmpd="sng" w="12700">
            <a:solidFill>
              <a:srgbClr val="AC51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5516217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C51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Faisant</a:t>
            </a:r>
            <a:r>
              <a:rPr b="1" i="0" lang="ar-SA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عَامِل/عَامْلَة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</a:t>
            </a: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coutant			سَامِع/سَامْعَة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Sachant			عَارِف/عَارْفَة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Comprenant		فَاهِم/فَاهْمَة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Sortant			خَارِج/خَارْجَة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095999" y="0"/>
            <a:ext cx="6096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C51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Entrant			  دَاخِل / دَاخْلَة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</a:t>
            </a: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crivant		   كَاتِب /كَاتْبَة           	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Revenant		 رَاجِع/رَاجْعَة          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Écoutant</a:t>
            </a:r>
            <a:r>
              <a:rPr b="1" lang="ar-SA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/Entendant</a:t>
            </a: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سَامِع/سَامْعَة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Buvant        			شَارِب/شَارْبَة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DDDCB6"/>
          </a:solidFill>
          <a:ln cap="flat" cmpd="sng" w="12700">
            <a:solidFill>
              <a:srgbClr val="AC51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419639" y="1341783"/>
            <a:ext cx="9352722" cy="43235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C51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Allant				مَاشِي/مَاشْيَة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Allant </a:t>
            </a: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رَايِح / رَايْحَة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Venant				جَايّ / جَايَّة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Voulant				عَايِزَ / عَايْزَة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ockprint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8E4"/>
      </a:lt2>
      <a:accent1>
        <a:srgbClr val="EC70C6"/>
      </a:accent1>
      <a:accent2>
        <a:srgbClr val="E8517A"/>
      </a:accent2>
      <a:accent3>
        <a:srgbClr val="EC8270"/>
      </a:accent3>
      <a:accent4>
        <a:srgbClr val="E2912A"/>
      </a:accent4>
      <a:accent5>
        <a:srgbClr val="A8A650"/>
      </a:accent5>
      <a:accent6>
        <a:srgbClr val="83AF3D"/>
      </a:accent6>
      <a:hlink>
        <a:srgbClr val="568E67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2023-02-28T20:46:39Z</dcterms:created>
  <dc:creator>Leila Alami</dc:creator>
</cp:coreProperties>
</file>