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8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1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1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64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3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1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4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2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7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4/11/23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28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Motivo liquido colorato">
            <a:extLst>
              <a:ext uri="{FF2B5EF4-FFF2-40B4-BE49-F238E27FC236}">
                <a16:creationId xmlns:a16="http://schemas.microsoft.com/office/drawing/2014/main" id="{D6372D84-E756-7340-B739-568FA710AE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143" r="-1" b="9479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33877-8295-4A0D-94F7-BFD8A633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FD208E-0612-408E-9D15-241B45325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0005FEAC-EF53-4E59-AFAA-B72D0F702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D9F4E7-B583-4E44-AE18-421B268FB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41D6DC-5CB2-4929-AAA8-328E7AA84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810D7DDE-644B-4D22-86B4-C3FEDF985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777DB78-76A6-4C7E-884B-AE5A8540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403F8003-FF28-520F-A523-2F9EABF8226B}"/>
              </a:ext>
            </a:extLst>
          </p:cNvPr>
          <p:cNvSpPr/>
          <p:nvPr/>
        </p:nvSpPr>
        <p:spPr>
          <a:xfrm>
            <a:off x="-1529" y="788707"/>
            <a:ext cx="9970477" cy="6069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Allons-y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يَلَّا نْرُوح الْمَكْتَب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يَلَّا بِينَا</a:t>
            </a:r>
          </a:p>
          <a:p>
            <a:pPr algn="r"/>
            <a:endParaRPr lang="it-I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يَلَّا، مَا </a:t>
            </a:r>
            <a:r>
              <a:rPr lang="ar-SA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عَنْدِنَاش</a:t>
            </a:r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وَقْت </a:t>
            </a:r>
            <a:r>
              <a:rPr lang="ar-SA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نْضَيَّعُو</a:t>
            </a:r>
            <a:endParaRPr lang="ar-S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يَلَّا، أَنَا </a:t>
            </a:r>
            <a:r>
              <a:rPr lang="ar-SA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مِسْتَنِّيكُو</a:t>
            </a:r>
            <a:endParaRPr lang="ar-S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ar-S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Suggéstion</a:t>
            </a:r>
            <a:endParaRPr lang="it-I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يَلَّا نِتْفَرَّج </a:t>
            </a:r>
            <a:r>
              <a:rPr lang="ar-SA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عَالتِّلِفِزْيُون</a:t>
            </a:r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شْوَيَّ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يَلَّا نْرُوح السِّينِمَا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C21C60C-C922-71E7-5C16-3C294FE47F0B}"/>
              </a:ext>
            </a:extLst>
          </p:cNvPr>
          <p:cNvSpPr/>
          <p:nvPr/>
        </p:nvSpPr>
        <p:spPr>
          <a:xfrm>
            <a:off x="3130826" y="-18999"/>
            <a:ext cx="4552122" cy="72731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utiliser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ar-S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ar-S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يَلَّا  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26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Motivo liquido colorato">
            <a:extLst>
              <a:ext uri="{FF2B5EF4-FFF2-40B4-BE49-F238E27FC236}">
                <a16:creationId xmlns:a16="http://schemas.microsoft.com/office/drawing/2014/main" id="{D6372D84-E756-7340-B739-568FA710AE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143" r="-1" b="9479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33877-8295-4A0D-94F7-BFD8A633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FD208E-0612-408E-9D15-241B45325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0005FEAC-EF53-4E59-AFAA-B72D0F702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D9F4E7-B583-4E44-AE18-421B268FB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41D6DC-5CB2-4929-AAA8-328E7AA84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810D7DDE-644B-4D22-86B4-C3FEDF985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777DB78-76A6-4C7E-884B-AE5A8540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403F8003-FF28-520F-A523-2F9EABF8226B}"/>
              </a:ext>
            </a:extLst>
          </p:cNvPr>
          <p:cNvSpPr/>
          <p:nvPr/>
        </p:nvSpPr>
        <p:spPr>
          <a:xfrm>
            <a:off x="-1529" y="788707"/>
            <a:ext cx="9970477" cy="6069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D’accord</a:t>
            </a:r>
            <a:endParaRPr lang="it-I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طَيِّب، أَمَّا نْشُوف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طَيِّب، يَلَّا بِينا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طَيِّب، اللِّي تْشُوفِيه</a:t>
            </a:r>
            <a:endParaRPr lang="it-I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Gentil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اِزَّيَّك يَا رَاجِل يَا طَيِّب؟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صَحْبِتِك كَرِيمَة طَيِّبَة قَوِي.</a:t>
            </a:r>
          </a:p>
          <a:p>
            <a:pPr algn="r"/>
            <a:endParaRPr lang="ar-S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Alors</a:t>
            </a:r>
            <a:r>
              <a:rPr lang="it-I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r"/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اِلْفُسْتَان الْأَحْمَر مُش </a:t>
            </a:r>
            <a:r>
              <a:rPr lang="ar-SA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عَاجْبِك</a:t>
            </a:r>
            <a:r>
              <a:rPr lang="ar-S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؟ طَبْ اِلْبَسِي الْأَزْرَق 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C21C60C-C922-71E7-5C16-3C294FE47F0B}"/>
              </a:ext>
            </a:extLst>
          </p:cNvPr>
          <p:cNvSpPr/>
          <p:nvPr/>
        </p:nvSpPr>
        <p:spPr>
          <a:xfrm>
            <a:off x="3130826" y="-18999"/>
            <a:ext cx="4552122" cy="72731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utiliser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ar-S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ar-S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طَيِّب  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4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Motivo liquido colorato">
            <a:extLst>
              <a:ext uri="{FF2B5EF4-FFF2-40B4-BE49-F238E27FC236}">
                <a16:creationId xmlns:a16="http://schemas.microsoft.com/office/drawing/2014/main" id="{D6372D84-E756-7340-B739-568FA710AE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143" r="-1" b="9479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33877-8295-4A0D-94F7-BFD8A633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FD208E-0612-408E-9D15-241B45325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0005FEAC-EF53-4E59-AFAA-B72D0F702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D9F4E7-B583-4E44-AE18-421B268FB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41D6DC-5CB2-4929-AAA8-328E7AA84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810D7DDE-644B-4D22-86B4-C3FEDF985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777DB78-76A6-4C7E-884B-AE5A8540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403F8003-FF28-520F-A523-2F9EABF8226B}"/>
              </a:ext>
            </a:extLst>
          </p:cNvPr>
          <p:cNvSpPr/>
          <p:nvPr/>
        </p:nvSpPr>
        <p:spPr>
          <a:xfrm>
            <a:off x="-1529" y="788707"/>
            <a:ext cx="12193529" cy="6069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مَرَّة وَاحِد صِعِيدِي كَان </a:t>
            </a:r>
            <a:r>
              <a:rPr lang="ar-S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عَايِز</a:t>
            </a:r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يِنْتِحِر مِنِ الدُّور الْعَاشِر، نَطّ مِنِ الدُّور الْخَامِس مَرِّتِين.</a:t>
            </a:r>
          </a:p>
          <a:p>
            <a:pPr algn="r"/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مَرَّة وَاحِد صِينِي وَقَع اِتْكَسَر.</a:t>
            </a:r>
          </a:p>
          <a:p>
            <a:pPr algn="r"/>
            <a:endParaRPr lang="ar-S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بِنْت اسْمَهَا زِينَة رَاحِت حَفْلَة عَلَّقُوهَا.</a:t>
            </a:r>
          </a:p>
          <a:p>
            <a:pPr algn="r"/>
            <a:endParaRPr lang="ar-S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مَرَّة دُكْتُور اشْتَرَى عِيش، لَقَاه سُخْن وَدَّاه الْمُسْتَشْفَى. </a:t>
            </a:r>
          </a:p>
          <a:p>
            <a:pPr algn="r"/>
            <a:endParaRPr lang="ar-S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مَرَّة وَاحِد </a:t>
            </a:r>
            <a:r>
              <a:rPr lang="ar-S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جَا</a:t>
            </a:r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يُقْعُد عَلَى قَهْوَة قَعَد عَلَى شَاي.</a:t>
            </a:r>
          </a:p>
          <a:p>
            <a:pPr algn="r"/>
            <a:endParaRPr lang="ar-S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مَرَّة وَاحِد صِعِيدِي زَار الْأَهْرَامَات قَال: </a:t>
            </a:r>
            <a:r>
              <a:rPr lang="ar-S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يَاه</a:t>
            </a:r>
            <a:r>
              <a:rPr lang="ar-SA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كُلِّ </a:t>
            </a:r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دِي جِبْنَة مُثَلَّثَات (</a:t>
            </a:r>
            <a:r>
              <a:rPr lang="ar-S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مُسَلَّسَات</a:t>
            </a:r>
            <a:r>
              <a:rPr lang="ar-S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)؟</a:t>
            </a:r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C21C60C-C922-71E7-5C16-3C294FE47F0B}"/>
              </a:ext>
            </a:extLst>
          </p:cNvPr>
          <p:cNvSpPr/>
          <p:nvPr/>
        </p:nvSpPr>
        <p:spPr>
          <a:xfrm>
            <a:off x="3130826" y="-18999"/>
            <a:ext cx="4552122" cy="72731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it-IT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blagues</a:t>
            </a:r>
            <a:endParaRPr lang="ar-S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ar-SA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نُكَت  </a:t>
            </a:r>
            <a:r>
              <a:rPr lang="it-IT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60623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153</Words>
  <Application>Microsoft Macintosh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Gill Sans Nova</vt:lpstr>
      <vt:lpstr>Times New Roman</vt:lpstr>
      <vt:lpstr>TropicVTI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20</cp:revision>
  <dcterms:created xsi:type="dcterms:W3CDTF">2023-02-17T09:52:29Z</dcterms:created>
  <dcterms:modified xsi:type="dcterms:W3CDTF">2023-04-11T12:18:38Z</dcterms:modified>
</cp:coreProperties>
</file>