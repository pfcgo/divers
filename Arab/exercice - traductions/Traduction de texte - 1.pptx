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6858000" cx="12192000"/>
  <p:notesSz cx="6858000" cy="9144000"/>
  <p:embeddedFontLst>
    <p:embeddedFont>
      <p:font typeface="Libre Franklin"/>
      <p:regular r:id="rId6"/>
      <p:bold r:id="rId7"/>
      <p:italic r:id="rId8"/>
      <p:boldItalic r:id="rId9"/>
    </p:embeddedFont>
    <p:embeddedFont>
      <p:font typeface="Libre Franklin Medium"/>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14" roundtripDataSignature="AMtx7mic1B1pU30kU5fj8SmVbmnR6uSY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LibreFranklinMedium-bold.fntdata"/><Relationship Id="rId10" Type="http://schemas.openxmlformats.org/officeDocument/2006/relationships/font" Target="fonts/LibreFranklinMedium-regular.fntdata"/><Relationship Id="rId13" Type="http://schemas.openxmlformats.org/officeDocument/2006/relationships/font" Target="fonts/LibreFranklinMedium-boldItalic.fntdata"/><Relationship Id="rId12" Type="http://schemas.openxmlformats.org/officeDocument/2006/relationships/font" Target="fonts/LibreFranklinMedium-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LibreFranklin-boldItalic.fntdata"/><Relationship Id="rId14" Type="http://customschemas.google.com/relationships/presentationmetadata" Target="metadata"/><Relationship Id="rId5" Type="http://schemas.openxmlformats.org/officeDocument/2006/relationships/slide" Target="slides/slide1.xml"/><Relationship Id="rId6" Type="http://schemas.openxmlformats.org/officeDocument/2006/relationships/font" Target="fonts/LibreFranklin-regular.fntdata"/><Relationship Id="rId7" Type="http://schemas.openxmlformats.org/officeDocument/2006/relationships/font" Target="fonts/LibreFranklin-bold.fntdata"/><Relationship Id="rId8" Type="http://schemas.openxmlformats.org/officeDocument/2006/relationships/font" Target="fonts/LibreFranklin-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2" name="Shape 12"/>
        <p:cNvGrpSpPr/>
        <p:nvPr/>
      </p:nvGrpSpPr>
      <p:grpSpPr>
        <a:xfrm>
          <a:off x="0" y="0"/>
          <a:ext cx="0" cy="0"/>
          <a:chOff x="0" y="0"/>
          <a:chExt cx="0" cy="0"/>
        </a:xfrm>
      </p:grpSpPr>
      <p:sp>
        <p:nvSpPr>
          <p:cNvPr id="13" name="Google Shape;13;p3"/>
          <p:cNvSpPr/>
          <p:nvPr/>
        </p:nvSpPr>
        <p:spPr>
          <a:xfrm>
            <a:off x="0" y="4206240"/>
            <a:ext cx="12192000" cy="265176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Medium"/>
              <a:ea typeface="Libre Franklin Medium"/>
              <a:cs typeface="Libre Franklin Medium"/>
              <a:sym typeface="Libre Franklin Medium"/>
            </a:endParaRPr>
          </a:p>
        </p:txBody>
      </p:sp>
      <p:sp>
        <p:nvSpPr>
          <p:cNvPr id="14" name="Google Shape;14;p3"/>
          <p:cNvSpPr txBox="1"/>
          <p:nvPr>
            <p:ph type="ctrTitle"/>
          </p:nvPr>
        </p:nvSpPr>
        <p:spPr>
          <a:xfrm>
            <a:off x="960120" y="640080"/>
            <a:ext cx="10268712" cy="3227832"/>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8800"/>
              <a:buFont typeface="Libre Franklin"/>
              <a:buNone/>
              <a:defRPr sz="8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subTitle"/>
          </p:nvPr>
        </p:nvSpPr>
        <p:spPr>
          <a:xfrm>
            <a:off x="960120" y="4526280"/>
            <a:ext cx="10268712" cy="1508760"/>
          </a:xfrm>
          <a:prstGeom prst="rect">
            <a:avLst/>
          </a:prstGeom>
          <a:noFill/>
          <a:ln>
            <a:noFill/>
          </a:ln>
        </p:spPr>
        <p:txBody>
          <a:bodyPr anchorCtr="0" anchor="t" bIns="45700" lIns="91425" spcFirstLastPara="1" rIns="91425" wrap="square" tIns="45700">
            <a:normAutofit/>
          </a:bodyPr>
          <a:lstStyle>
            <a:lvl1pPr lvl="0" algn="ctr">
              <a:lnSpc>
                <a:spcPct val="101000"/>
              </a:lnSpc>
              <a:spcBef>
                <a:spcPts val="700"/>
              </a:spcBef>
              <a:spcAft>
                <a:spcPts val="0"/>
              </a:spcAft>
              <a:buClr>
                <a:schemeClr val="lt1"/>
              </a:buClr>
              <a:buSzPts val="3600"/>
              <a:buNone/>
              <a:defRPr sz="3600">
                <a:solidFill>
                  <a:schemeClr val="lt1"/>
                </a:solidFill>
              </a:defRPr>
            </a:lvl1pPr>
            <a:lvl2pPr lvl="1" algn="ctr">
              <a:lnSpc>
                <a:spcPct val="101000"/>
              </a:lnSpc>
              <a:spcBef>
                <a:spcPts val="700"/>
              </a:spcBef>
              <a:spcAft>
                <a:spcPts val="0"/>
              </a:spcAft>
              <a:buClr>
                <a:schemeClr val="dk1"/>
              </a:buClr>
              <a:buSzPts val="2000"/>
              <a:buNone/>
              <a:defRPr sz="2000"/>
            </a:lvl2pPr>
            <a:lvl3pPr lvl="2" algn="ctr">
              <a:lnSpc>
                <a:spcPct val="101000"/>
              </a:lnSpc>
              <a:spcBef>
                <a:spcPts val="400"/>
              </a:spcBef>
              <a:spcAft>
                <a:spcPts val="0"/>
              </a:spcAft>
              <a:buClr>
                <a:schemeClr val="dk1"/>
              </a:buClr>
              <a:buSzPts val="1800"/>
              <a:buNone/>
              <a:defRPr sz="1800"/>
            </a:lvl3pPr>
            <a:lvl4pPr lvl="3" algn="ctr">
              <a:lnSpc>
                <a:spcPct val="101000"/>
              </a:lnSpc>
              <a:spcBef>
                <a:spcPts val="400"/>
              </a:spcBef>
              <a:spcAft>
                <a:spcPts val="0"/>
              </a:spcAft>
              <a:buClr>
                <a:schemeClr val="dk1"/>
              </a:buClr>
              <a:buSzPts val="1600"/>
              <a:buNone/>
              <a:defRPr sz="1600"/>
            </a:lvl4pPr>
            <a:lvl5pPr lvl="4" algn="ctr">
              <a:lnSpc>
                <a:spcPct val="101000"/>
              </a:lnSpc>
              <a:spcBef>
                <a:spcPts val="4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 name="Google Shape;16;p3"/>
          <p:cNvSpPr txBox="1"/>
          <p:nvPr>
            <p:ph idx="10" type="dt"/>
          </p:nvPr>
        </p:nvSpPr>
        <p:spPr>
          <a:xfrm>
            <a:off x="6903720" y="6356350"/>
            <a:ext cx="3236976" cy="365125"/>
          </a:xfrm>
          <a:prstGeom prst="rect">
            <a:avLst/>
          </a:prstGeom>
          <a:noFill/>
          <a:ln>
            <a:noFill/>
          </a:ln>
        </p:spPr>
        <p:txBody>
          <a:bodyPr anchorCtr="0" anchor="ctr" bIns="45700" lIns="91425" spcFirstLastPara="1" rIns="91425" wrap="square" tIns="45700">
            <a:noAutofit/>
          </a:bodyPr>
          <a:lstStyle>
            <a:lvl1pPr lvl="0" algn="just">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
          <p:cNvSpPr txBox="1"/>
          <p:nvPr>
            <p:ph idx="11" type="ftr"/>
          </p:nvPr>
        </p:nvSpPr>
        <p:spPr>
          <a:xfrm>
            <a:off x="960120" y="6356350"/>
            <a:ext cx="550468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
          <p:cNvSpPr txBox="1"/>
          <p:nvPr>
            <p:ph idx="12" type="sldNum"/>
          </p:nvPr>
        </p:nvSpPr>
        <p:spPr>
          <a:xfrm>
            <a:off x="10296144" y="6356350"/>
            <a:ext cx="932688" cy="365125"/>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1pPr>
            <a:lvl2pPr indent="0" lvl="1"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2pPr>
            <a:lvl3pPr indent="0" lvl="2"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3pPr>
            <a:lvl4pPr indent="0" lvl="3"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4pPr>
            <a:lvl5pPr indent="0" lvl="4"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5pPr>
            <a:lvl6pPr indent="0" lvl="5"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6pPr>
            <a:lvl7pPr indent="0" lvl="6"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7pPr>
            <a:lvl8pPr indent="0" lvl="7"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8pPr>
            <a:lvl9pPr indent="0" lvl="8"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9pPr>
          </a:lstStyle>
          <a:p>
            <a:pPr indent="0" lvl="0" marL="0" rtl="0" algn="l">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4"/>
          <p:cNvSpPr txBox="1"/>
          <p:nvPr>
            <p:ph type="title"/>
          </p:nvPr>
        </p:nvSpPr>
        <p:spPr>
          <a:xfrm>
            <a:off x="960120" y="317814"/>
            <a:ext cx="10268712" cy="170078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960120" y="2587752"/>
            <a:ext cx="10268712" cy="3593592"/>
          </a:xfrm>
          <a:prstGeom prst="rect">
            <a:avLst/>
          </a:prstGeom>
          <a:noFill/>
          <a:ln>
            <a:noFill/>
          </a:ln>
        </p:spPr>
        <p:txBody>
          <a:bodyPr anchorCtr="0" anchor="t" bIns="45700" lIns="91425" spcFirstLastPara="1" rIns="91425" wrap="square" tIns="45700">
            <a:normAutofit/>
          </a:bodyPr>
          <a:lstStyle>
            <a:lvl1pPr indent="-228600" lvl="0" marL="457200" algn="l">
              <a:lnSpc>
                <a:spcPct val="101000"/>
              </a:lnSpc>
              <a:spcBef>
                <a:spcPts val="700"/>
              </a:spcBef>
              <a:spcAft>
                <a:spcPts val="0"/>
              </a:spcAft>
              <a:buClr>
                <a:schemeClr val="dk1"/>
              </a:buClr>
              <a:buSzPts val="1800"/>
              <a:buNone/>
              <a:defRPr/>
            </a:lvl1pPr>
            <a:lvl2pPr indent="-342900" lvl="1" marL="914400" algn="l">
              <a:lnSpc>
                <a:spcPct val="101000"/>
              </a:lnSpc>
              <a:spcBef>
                <a:spcPts val="700"/>
              </a:spcBef>
              <a:spcAft>
                <a:spcPts val="0"/>
              </a:spcAft>
              <a:buClr>
                <a:schemeClr val="dk1"/>
              </a:buClr>
              <a:buSzPts val="1800"/>
              <a:buChar char="▪"/>
              <a:defRPr/>
            </a:lvl2pPr>
            <a:lvl3pPr indent="-228600" lvl="2" marL="1371600" algn="l">
              <a:lnSpc>
                <a:spcPct val="101000"/>
              </a:lnSpc>
              <a:spcBef>
                <a:spcPts val="400"/>
              </a:spcBef>
              <a:spcAft>
                <a:spcPts val="0"/>
              </a:spcAft>
              <a:buClr>
                <a:schemeClr val="dk1"/>
              </a:buClr>
              <a:buSzPts val="1800"/>
              <a:buNone/>
              <a:defRPr/>
            </a:lvl3pPr>
            <a:lvl4pPr indent="-342900" lvl="3" marL="1828800" algn="l">
              <a:lnSpc>
                <a:spcPct val="101000"/>
              </a:lnSpc>
              <a:spcBef>
                <a:spcPts val="400"/>
              </a:spcBef>
              <a:spcAft>
                <a:spcPts val="0"/>
              </a:spcAft>
              <a:buClr>
                <a:schemeClr val="dk1"/>
              </a:buClr>
              <a:buSzPts val="1800"/>
              <a:buChar char="▪"/>
              <a:defRPr/>
            </a:lvl4pPr>
            <a:lvl5pPr indent="-228600" lvl="4" marL="2286000" algn="l">
              <a:lnSpc>
                <a:spcPct val="101000"/>
              </a:lnSpc>
              <a:spcBef>
                <a:spcPts val="4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4"/>
          <p:cNvSpPr txBox="1"/>
          <p:nvPr>
            <p:ph idx="10" type="dt"/>
          </p:nvPr>
        </p:nvSpPr>
        <p:spPr>
          <a:xfrm>
            <a:off x="6903720" y="6356350"/>
            <a:ext cx="3236976" cy="365125"/>
          </a:xfrm>
          <a:prstGeom prst="rect">
            <a:avLst/>
          </a:prstGeom>
          <a:noFill/>
          <a:ln>
            <a:noFill/>
          </a:ln>
        </p:spPr>
        <p:txBody>
          <a:bodyPr anchorCtr="0" anchor="ctr" bIns="45700" lIns="91425" spcFirstLastPara="1" rIns="91425" wrap="square" tIns="45700">
            <a:noAutofit/>
          </a:bodyPr>
          <a:lstStyle>
            <a:lvl1pPr lvl="0" algn="just">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
          <p:cNvSpPr txBox="1"/>
          <p:nvPr>
            <p:ph idx="11" type="ftr"/>
          </p:nvPr>
        </p:nvSpPr>
        <p:spPr>
          <a:xfrm>
            <a:off x="960120" y="6356350"/>
            <a:ext cx="550468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2" type="sldNum"/>
          </p:nvPr>
        </p:nvSpPr>
        <p:spPr>
          <a:xfrm>
            <a:off x="10296144" y="6356350"/>
            <a:ext cx="93268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5" name="Shape 25"/>
        <p:cNvGrpSpPr/>
        <p:nvPr/>
      </p:nvGrpSpPr>
      <p:grpSpPr>
        <a:xfrm>
          <a:off x="0" y="0"/>
          <a:ext cx="0" cy="0"/>
          <a:chOff x="0" y="0"/>
          <a:chExt cx="0" cy="0"/>
        </a:xfrm>
      </p:grpSpPr>
      <p:sp>
        <p:nvSpPr>
          <p:cNvPr id="26" name="Google Shape;26;p5"/>
          <p:cNvSpPr/>
          <p:nvPr/>
        </p:nvSpPr>
        <p:spPr>
          <a:xfrm>
            <a:off x="0" y="0"/>
            <a:ext cx="12192000" cy="422497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Medium"/>
              <a:ea typeface="Libre Franklin Medium"/>
              <a:cs typeface="Libre Franklin Medium"/>
              <a:sym typeface="Libre Franklin Medium"/>
            </a:endParaRPr>
          </a:p>
        </p:txBody>
      </p:sp>
      <p:sp>
        <p:nvSpPr>
          <p:cNvPr id="27" name="Google Shape;27;p5"/>
          <p:cNvSpPr txBox="1"/>
          <p:nvPr>
            <p:ph type="title"/>
          </p:nvPr>
        </p:nvSpPr>
        <p:spPr>
          <a:xfrm>
            <a:off x="960120" y="768096"/>
            <a:ext cx="10268712" cy="313639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7200"/>
              <a:buFont typeface="Libre Franklin"/>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 type="body"/>
          </p:nvPr>
        </p:nvSpPr>
        <p:spPr>
          <a:xfrm>
            <a:off x="960120" y="4544568"/>
            <a:ext cx="10268712" cy="1545336"/>
          </a:xfrm>
          <a:prstGeom prst="rect">
            <a:avLst/>
          </a:prstGeom>
          <a:noFill/>
          <a:ln>
            <a:noFill/>
          </a:ln>
        </p:spPr>
        <p:txBody>
          <a:bodyPr anchorCtr="0" anchor="t" bIns="45700" lIns="91425" spcFirstLastPara="1" rIns="91425" wrap="square" tIns="45700">
            <a:normAutofit/>
          </a:bodyPr>
          <a:lstStyle>
            <a:lvl1pPr indent="-228600" lvl="0" marL="457200" algn="l">
              <a:lnSpc>
                <a:spcPct val="101000"/>
              </a:lnSpc>
              <a:spcBef>
                <a:spcPts val="700"/>
              </a:spcBef>
              <a:spcAft>
                <a:spcPts val="0"/>
              </a:spcAft>
              <a:buClr>
                <a:schemeClr val="dk1"/>
              </a:buClr>
              <a:buSzPts val="3600"/>
              <a:buNone/>
              <a:defRPr sz="3600">
                <a:solidFill>
                  <a:schemeClr val="dk1"/>
                </a:solidFill>
              </a:defRPr>
            </a:lvl1pPr>
            <a:lvl2pPr indent="-228600" lvl="1" marL="914400" algn="l">
              <a:lnSpc>
                <a:spcPct val="101000"/>
              </a:lnSpc>
              <a:spcBef>
                <a:spcPts val="700"/>
              </a:spcBef>
              <a:spcAft>
                <a:spcPts val="0"/>
              </a:spcAft>
              <a:buClr>
                <a:srgbClr val="888888"/>
              </a:buClr>
              <a:buSzPts val="2000"/>
              <a:buNone/>
              <a:defRPr sz="2000">
                <a:solidFill>
                  <a:srgbClr val="888888"/>
                </a:solidFill>
              </a:defRPr>
            </a:lvl2pPr>
            <a:lvl3pPr indent="-228600" lvl="2" marL="1371600" algn="l">
              <a:lnSpc>
                <a:spcPct val="101000"/>
              </a:lnSpc>
              <a:spcBef>
                <a:spcPts val="400"/>
              </a:spcBef>
              <a:spcAft>
                <a:spcPts val="0"/>
              </a:spcAft>
              <a:buClr>
                <a:srgbClr val="888888"/>
              </a:buClr>
              <a:buSzPts val="1800"/>
              <a:buNone/>
              <a:defRPr sz="1800">
                <a:solidFill>
                  <a:srgbClr val="888888"/>
                </a:solidFill>
              </a:defRPr>
            </a:lvl3pPr>
            <a:lvl4pPr indent="-228600" lvl="3" marL="1828800" algn="l">
              <a:lnSpc>
                <a:spcPct val="101000"/>
              </a:lnSpc>
              <a:spcBef>
                <a:spcPts val="400"/>
              </a:spcBef>
              <a:spcAft>
                <a:spcPts val="0"/>
              </a:spcAft>
              <a:buClr>
                <a:srgbClr val="888888"/>
              </a:buClr>
              <a:buSzPts val="1600"/>
              <a:buNone/>
              <a:defRPr sz="1600">
                <a:solidFill>
                  <a:srgbClr val="888888"/>
                </a:solidFill>
              </a:defRPr>
            </a:lvl4pPr>
            <a:lvl5pPr indent="-228600" lvl="4" marL="2286000" algn="l">
              <a:lnSpc>
                <a:spcPct val="101000"/>
              </a:lnSpc>
              <a:spcBef>
                <a:spcPts val="4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9" name="Google Shape;29;p5"/>
          <p:cNvSpPr txBox="1"/>
          <p:nvPr>
            <p:ph idx="10" type="dt"/>
          </p:nvPr>
        </p:nvSpPr>
        <p:spPr>
          <a:xfrm>
            <a:off x="6903720" y="6356350"/>
            <a:ext cx="3236976" cy="365125"/>
          </a:xfrm>
          <a:prstGeom prst="rect">
            <a:avLst/>
          </a:prstGeom>
          <a:noFill/>
          <a:ln>
            <a:noFill/>
          </a:ln>
        </p:spPr>
        <p:txBody>
          <a:bodyPr anchorCtr="0" anchor="ctr" bIns="45700" lIns="91425" spcFirstLastPara="1" rIns="91425" wrap="square" tIns="45700">
            <a:noAutofit/>
          </a:bodyPr>
          <a:lstStyle>
            <a:lvl1pPr lvl="0" algn="just">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1" type="ftr"/>
          </p:nvPr>
        </p:nvSpPr>
        <p:spPr>
          <a:xfrm>
            <a:off x="960120" y="6356350"/>
            <a:ext cx="550468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2" type="sldNum"/>
          </p:nvPr>
        </p:nvSpPr>
        <p:spPr>
          <a:xfrm>
            <a:off x="10296144" y="6356350"/>
            <a:ext cx="93268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6"/>
          <p:cNvSpPr txBox="1"/>
          <p:nvPr>
            <p:ph type="title"/>
          </p:nvPr>
        </p:nvSpPr>
        <p:spPr>
          <a:xfrm>
            <a:off x="960120" y="317814"/>
            <a:ext cx="10268712" cy="170078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960120" y="2587752"/>
            <a:ext cx="4815840" cy="3593592"/>
          </a:xfrm>
          <a:prstGeom prst="rect">
            <a:avLst/>
          </a:prstGeom>
          <a:noFill/>
          <a:ln>
            <a:noFill/>
          </a:ln>
        </p:spPr>
        <p:txBody>
          <a:bodyPr anchorCtr="0" anchor="t" bIns="45700" lIns="91425" spcFirstLastPara="1" rIns="91425" wrap="square" tIns="45700">
            <a:normAutofit/>
          </a:bodyPr>
          <a:lstStyle>
            <a:lvl1pPr indent="-228600" lvl="0" marL="457200" algn="l">
              <a:lnSpc>
                <a:spcPct val="101000"/>
              </a:lnSpc>
              <a:spcBef>
                <a:spcPts val="700"/>
              </a:spcBef>
              <a:spcAft>
                <a:spcPts val="0"/>
              </a:spcAft>
              <a:buClr>
                <a:schemeClr val="dk1"/>
              </a:buClr>
              <a:buSzPts val="1800"/>
              <a:buNone/>
              <a:defRPr/>
            </a:lvl1pPr>
            <a:lvl2pPr indent="-342900" lvl="1" marL="914400" algn="l">
              <a:lnSpc>
                <a:spcPct val="101000"/>
              </a:lnSpc>
              <a:spcBef>
                <a:spcPts val="700"/>
              </a:spcBef>
              <a:spcAft>
                <a:spcPts val="0"/>
              </a:spcAft>
              <a:buClr>
                <a:schemeClr val="dk1"/>
              </a:buClr>
              <a:buSzPts val="1800"/>
              <a:buChar char="▪"/>
              <a:defRPr/>
            </a:lvl2pPr>
            <a:lvl3pPr indent="-228600" lvl="2" marL="1371600" algn="l">
              <a:lnSpc>
                <a:spcPct val="101000"/>
              </a:lnSpc>
              <a:spcBef>
                <a:spcPts val="400"/>
              </a:spcBef>
              <a:spcAft>
                <a:spcPts val="0"/>
              </a:spcAft>
              <a:buClr>
                <a:schemeClr val="dk1"/>
              </a:buClr>
              <a:buSzPts val="1800"/>
              <a:buNone/>
              <a:defRPr/>
            </a:lvl3pPr>
            <a:lvl4pPr indent="-342900" lvl="3" marL="1828800" algn="l">
              <a:lnSpc>
                <a:spcPct val="101000"/>
              </a:lnSpc>
              <a:spcBef>
                <a:spcPts val="400"/>
              </a:spcBef>
              <a:spcAft>
                <a:spcPts val="0"/>
              </a:spcAft>
              <a:buClr>
                <a:schemeClr val="dk1"/>
              </a:buClr>
              <a:buSzPts val="1800"/>
              <a:buChar char="▪"/>
              <a:defRPr/>
            </a:lvl4pPr>
            <a:lvl5pPr indent="-228600" lvl="4" marL="2286000" algn="l">
              <a:lnSpc>
                <a:spcPct val="101000"/>
              </a:lnSpc>
              <a:spcBef>
                <a:spcPts val="4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6"/>
          <p:cNvSpPr txBox="1"/>
          <p:nvPr>
            <p:ph idx="2" type="body"/>
          </p:nvPr>
        </p:nvSpPr>
        <p:spPr>
          <a:xfrm>
            <a:off x="6412992" y="2583371"/>
            <a:ext cx="4815840" cy="3593592"/>
          </a:xfrm>
          <a:prstGeom prst="rect">
            <a:avLst/>
          </a:prstGeom>
          <a:noFill/>
          <a:ln>
            <a:noFill/>
          </a:ln>
        </p:spPr>
        <p:txBody>
          <a:bodyPr anchorCtr="0" anchor="t" bIns="45700" lIns="91425" spcFirstLastPara="1" rIns="91425" wrap="square" tIns="45700">
            <a:normAutofit/>
          </a:bodyPr>
          <a:lstStyle>
            <a:lvl1pPr indent="-228600" lvl="0" marL="457200" algn="l">
              <a:lnSpc>
                <a:spcPct val="101000"/>
              </a:lnSpc>
              <a:spcBef>
                <a:spcPts val="700"/>
              </a:spcBef>
              <a:spcAft>
                <a:spcPts val="0"/>
              </a:spcAft>
              <a:buClr>
                <a:schemeClr val="dk1"/>
              </a:buClr>
              <a:buSzPts val="1800"/>
              <a:buNone/>
              <a:defRPr/>
            </a:lvl1pPr>
            <a:lvl2pPr indent="-342900" lvl="1" marL="914400" algn="l">
              <a:lnSpc>
                <a:spcPct val="101000"/>
              </a:lnSpc>
              <a:spcBef>
                <a:spcPts val="700"/>
              </a:spcBef>
              <a:spcAft>
                <a:spcPts val="0"/>
              </a:spcAft>
              <a:buClr>
                <a:schemeClr val="dk1"/>
              </a:buClr>
              <a:buSzPts val="1800"/>
              <a:buChar char="▪"/>
              <a:defRPr/>
            </a:lvl2pPr>
            <a:lvl3pPr indent="-228600" lvl="2" marL="1371600" algn="l">
              <a:lnSpc>
                <a:spcPct val="101000"/>
              </a:lnSpc>
              <a:spcBef>
                <a:spcPts val="400"/>
              </a:spcBef>
              <a:spcAft>
                <a:spcPts val="0"/>
              </a:spcAft>
              <a:buClr>
                <a:schemeClr val="dk1"/>
              </a:buClr>
              <a:buSzPts val="1800"/>
              <a:buNone/>
              <a:defRPr/>
            </a:lvl3pPr>
            <a:lvl4pPr indent="-342900" lvl="3" marL="1828800" algn="l">
              <a:lnSpc>
                <a:spcPct val="101000"/>
              </a:lnSpc>
              <a:spcBef>
                <a:spcPts val="400"/>
              </a:spcBef>
              <a:spcAft>
                <a:spcPts val="0"/>
              </a:spcAft>
              <a:buClr>
                <a:schemeClr val="dk1"/>
              </a:buClr>
              <a:buSzPts val="1800"/>
              <a:buChar char="▪"/>
              <a:defRPr/>
            </a:lvl4pPr>
            <a:lvl5pPr indent="-228600" lvl="4" marL="2286000" algn="l">
              <a:lnSpc>
                <a:spcPct val="101000"/>
              </a:lnSpc>
              <a:spcBef>
                <a:spcPts val="4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10" type="dt"/>
          </p:nvPr>
        </p:nvSpPr>
        <p:spPr>
          <a:xfrm>
            <a:off x="6903720" y="6356350"/>
            <a:ext cx="3236976" cy="365125"/>
          </a:xfrm>
          <a:prstGeom prst="rect">
            <a:avLst/>
          </a:prstGeom>
          <a:noFill/>
          <a:ln>
            <a:noFill/>
          </a:ln>
        </p:spPr>
        <p:txBody>
          <a:bodyPr anchorCtr="0" anchor="ctr" bIns="45700" lIns="91425" spcFirstLastPara="1" rIns="91425" wrap="square" tIns="45700">
            <a:noAutofit/>
          </a:bodyPr>
          <a:lstStyle>
            <a:lvl1pPr lvl="0" algn="just">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
          <p:cNvSpPr txBox="1"/>
          <p:nvPr>
            <p:ph idx="11" type="ftr"/>
          </p:nvPr>
        </p:nvSpPr>
        <p:spPr>
          <a:xfrm>
            <a:off x="960120" y="6356350"/>
            <a:ext cx="550468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2" type="sldNum"/>
          </p:nvPr>
        </p:nvSpPr>
        <p:spPr>
          <a:xfrm>
            <a:off x="10296144" y="6356350"/>
            <a:ext cx="93268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9" name="Shape 39"/>
        <p:cNvGrpSpPr/>
        <p:nvPr/>
      </p:nvGrpSpPr>
      <p:grpSpPr>
        <a:xfrm>
          <a:off x="0" y="0"/>
          <a:ext cx="0" cy="0"/>
          <a:chOff x="0" y="0"/>
          <a:chExt cx="0" cy="0"/>
        </a:xfrm>
      </p:grpSpPr>
      <p:sp>
        <p:nvSpPr>
          <p:cNvPr id="40" name="Google Shape;40;p7"/>
          <p:cNvSpPr txBox="1"/>
          <p:nvPr>
            <p:ph idx="1" type="body"/>
          </p:nvPr>
        </p:nvSpPr>
        <p:spPr>
          <a:xfrm>
            <a:off x="960121" y="2587752"/>
            <a:ext cx="4818888" cy="892048"/>
          </a:xfrm>
          <a:prstGeom prst="rect">
            <a:avLst/>
          </a:prstGeom>
          <a:noFill/>
          <a:ln>
            <a:noFill/>
          </a:ln>
        </p:spPr>
        <p:txBody>
          <a:bodyPr anchorCtr="0" anchor="ctr" bIns="45700" lIns="91425" spcFirstLastPara="1" rIns="91425" wrap="square" tIns="45700">
            <a:normAutofit/>
          </a:bodyPr>
          <a:lstStyle>
            <a:lvl1pPr indent="-228600" lvl="0" marL="457200" algn="l">
              <a:lnSpc>
                <a:spcPct val="101000"/>
              </a:lnSpc>
              <a:spcBef>
                <a:spcPts val="700"/>
              </a:spcBef>
              <a:spcAft>
                <a:spcPts val="0"/>
              </a:spcAft>
              <a:buClr>
                <a:schemeClr val="dk1"/>
              </a:buClr>
              <a:buSzPts val="2600"/>
              <a:buNone/>
              <a:defRPr b="0" sz="2600" cap="none"/>
            </a:lvl1pPr>
            <a:lvl2pPr indent="-228600" lvl="1" marL="914400" algn="l">
              <a:lnSpc>
                <a:spcPct val="101000"/>
              </a:lnSpc>
              <a:spcBef>
                <a:spcPts val="700"/>
              </a:spcBef>
              <a:spcAft>
                <a:spcPts val="0"/>
              </a:spcAft>
              <a:buClr>
                <a:schemeClr val="dk1"/>
              </a:buClr>
              <a:buSzPts val="2000"/>
              <a:buNone/>
              <a:defRPr b="1" sz="2000"/>
            </a:lvl2pPr>
            <a:lvl3pPr indent="-228600" lvl="2" marL="1371600" algn="l">
              <a:lnSpc>
                <a:spcPct val="101000"/>
              </a:lnSpc>
              <a:spcBef>
                <a:spcPts val="400"/>
              </a:spcBef>
              <a:spcAft>
                <a:spcPts val="0"/>
              </a:spcAft>
              <a:buClr>
                <a:schemeClr val="dk1"/>
              </a:buClr>
              <a:buSzPts val="1800"/>
              <a:buNone/>
              <a:defRPr b="1" sz="1800"/>
            </a:lvl3pPr>
            <a:lvl4pPr indent="-228600" lvl="3" marL="1828800" algn="l">
              <a:lnSpc>
                <a:spcPct val="101000"/>
              </a:lnSpc>
              <a:spcBef>
                <a:spcPts val="400"/>
              </a:spcBef>
              <a:spcAft>
                <a:spcPts val="0"/>
              </a:spcAft>
              <a:buClr>
                <a:schemeClr val="dk1"/>
              </a:buClr>
              <a:buSzPts val="1600"/>
              <a:buNone/>
              <a:defRPr b="1" sz="1600"/>
            </a:lvl4pPr>
            <a:lvl5pPr indent="-228600" lvl="4" marL="2286000" algn="l">
              <a:lnSpc>
                <a:spcPct val="101000"/>
              </a:lnSpc>
              <a:spcBef>
                <a:spcPts val="4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7"/>
          <p:cNvSpPr txBox="1"/>
          <p:nvPr>
            <p:ph idx="2" type="body"/>
          </p:nvPr>
        </p:nvSpPr>
        <p:spPr>
          <a:xfrm>
            <a:off x="960120" y="3594538"/>
            <a:ext cx="4818888" cy="2586806"/>
          </a:xfrm>
          <a:prstGeom prst="rect">
            <a:avLst/>
          </a:prstGeom>
          <a:noFill/>
          <a:ln>
            <a:noFill/>
          </a:ln>
        </p:spPr>
        <p:txBody>
          <a:bodyPr anchorCtr="0" anchor="t" bIns="45700" lIns="91425" spcFirstLastPara="1" rIns="91425" wrap="square" tIns="45700">
            <a:normAutofit/>
          </a:bodyPr>
          <a:lstStyle>
            <a:lvl1pPr indent="-228600" lvl="0" marL="457200" algn="l">
              <a:lnSpc>
                <a:spcPct val="101000"/>
              </a:lnSpc>
              <a:spcBef>
                <a:spcPts val="700"/>
              </a:spcBef>
              <a:spcAft>
                <a:spcPts val="0"/>
              </a:spcAft>
              <a:buClr>
                <a:schemeClr val="dk1"/>
              </a:buClr>
              <a:buSzPts val="1800"/>
              <a:buNone/>
              <a:defRPr/>
            </a:lvl1pPr>
            <a:lvl2pPr indent="-342900" lvl="1" marL="914400" algn="l">
              <a:lnSpc>
                <a:spcPct val="101000"/>
              </a:lnSpc>
              <a:spcBef>
                <a:spcPts val="700"/>
              </a:spcBef>
              <a:spcAft>
                <a:spcPts val="0"/>
              </a:spcAft>
              <a:buClr>
                <a:schemeClr val="dk1"/>
              </a:buClr>
              <a:buSzPts val="1800"/>
              <a:buChar char="▪"/>
              <a:defRPr/>
            </a:lvl2pPr>
            <a:lvl3pPr indent="-228600" lvl="2" marL="1371600" algn="l">
              <a:lnSpc>
                <a:spcPct val="101000"/>
              </a:lnSpc>
              <a:spcBef>
                <a:spcPts val="400"/>
              </a:spcBef>
              <a:spcAft>
                <a:spcPts val="0"/>
              </a:spcAft>
              <a:buClr>
                <a:schemeClr val="dk1"/>
              </a:buClr>
              <a:buSzPts val="1800"/>
              <a:buNone/>
              <a:defRPr/>
            </a:lvl3pPr>
            <a:lvl4pPr indent="-342900" lvl="3" marL="1828800" algn="l">
              <a:lnSpc>
                <a:spcPct val="101000"/>
              </a:lnSpc>
              <a:spcBef>
                <a:spcPts val="400"/>
              </a:spcBef>
              <a:spcAft>
                <a:spcPts val="0"/>
              </a:spcAft>
              <a:buClr>
                <a:schemeClr val="dk1"/>
              </a:buClr>
              <a:buSzPts val="1800"/>
              <a:buChar char="▪"/>
              <a:defRPr/>
            </a:lvl4pPr>
            <a:lvl5pPr indent="-228600" lvl="4" marL="2286000" algn="l">
              <a:lnSpc>
                <a:spcPct val="101000"/>
              </a:lnSpc>
              <a:spcBef>
                <a:spcPts val="4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7"/>
          <p:cNvSpPr txBox="1"/>
          <p:nvPr>
            <p:ph idx="3" type="body"/>
          </p:nvPr>
        </p:nvSpPr>
        <p:spPr>
          <a:xfrm>
            <a:off x="6409944" y="2587752"/>
            <a:ext cx="4818888" cy="892048"/>
          </a:xfrm>
          <a:prstGeom prst="rect">
            <a:avLst/>
          </a:prstGeom>
          <a:noFill/>
          <a:ln>
            <a:noFill/>
          </a:ln>
        </p:spPr>
        <p:txBody>
          <a:bodyPr anchorCtr="0" anchor="ctr" bIns="45700" lIns="91425" spcFirstLastPara="1" rIns="91425" wrap="square" tIns="45700">
            <a:normAutofit/>
          </a:bodyPr>
          <a:lstStyle>
            <a:lvl1pPr indent="-228600" lvl="0" marL="457200" algn="l">
              <a:lnSpc>
                <a:spcPct val="101000"/>
              </a:lnSpc>
              <a:spcBef>
                <a:spcPts val="700"/>
              </a:spcBef>
              <a:spcAft>
                <a:spcPts val="0"/>
              </a:spcAft>
              <a:buClr>
                <a:schemeClr val="dk1"/>
              </a:buClr>
              <a:buSzPts val="2600"/>
              <a:buNone/>
              <a:defRPr b="0" sz="2600" cap="none"/>
            </a:lvl1pPr>
            <a:lvl2pPr indent="-228600" lvl="1" marL="914400" algn="l">
              <a:lnSpc>
                <a:spcPct val="101000"/>
              </a:lnSpc>
              <a:spcBef>
                <a:spcPts val="700"/>
              </a:spcBef>
              <a:spcAft>
                <a:spcPts val="0"/>
              </a:spcAft>
              <a:buClr>
                <a:schemeClr val="dk1"/>
              </a:buClr>
              <a:buSzPts val="2000"/>
              <a:buNone/>
              <a:defRPr b="1" sz="2000"/>
            </a:lvl2pPr>
            <a:lvl3pPr indent="-228600" lvl="2" marL="1371600" algn="l">
              <a:lnSpc>
                <a:spcPct val="101000"/>
              </a:lnSpc>
              <a:spcBef>
                <a:spcPts val="400"/>
              </a:spcBef>
              <a:spcAft>
                <a:spcPts val="0"/>
              </a:spcAft>
              <a:buClr>
                <a:schemeClr val="dk1"/>
              </a:buClr>
              <a:buSzPts val="1800"/>
              <a:buNone/>
              <a:defRPr b="1" sz="1800"/>
            </a:lvl3pPr>
            <a:lvl4pPr indent="-228600" lvl="3" marL="1828800" algn="l">
              <a:lnSpc>
                <a:spcPct val="101000"/>
              </a:lnSpc>
              <a:spcBef>
                <a:spcPts val="400"/>
              </a:spcBef>
              <a:spcAft>
                <a:spcPts val="0"/>
              </a:spcAft>
              <a:buClr>
                <a:schemeClr val="dk1"/>
              </a:buClr>
              <a:buSzPts val="1600"/>
              <a:buNone/>
              <a:defRPr b="1" sz="1600"/>
            </a:lvl4pPr>
            <a:lvl5pPr indent="-228600" lvl="4" marL="2286000" algn="l">
              <a:lnSpc>
                <a:spcPct val="101000"/>
              </a:lnSpc>
              <a:spcBef>
                <a:spcPts val="4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4" type="body"/>
          </p:nvPr>
        </p:nvSpPr>
        <p:spPr>
          <a:xfrm>
            <a:off x="6409944" y="3594538"/>
            <a:ext cx="4818888" cy="2586806"/>
          </a:xfrm>
          <a:prstGeom prst="rect">
            <a:avLst/>
          </a:prstGeom>
          <a:noFill/>
          <a:ln>
            <a:noFill/>
          </a:ln>
        </p:spPr>
        <p:txBody>
          <a:bodyPr anchorCtr="0" anchor="t" bIns="45700" lIns="91425" spcFirstLastPara="1" rIns="91425" wrap="square" tIns="45700">
            <a:normAutofit/>
          </a:bodyPr>
          <a:lstStyle>
            <a:lvl1pPr indent="-228600" lvl="0" marL="457200" algn="l">
              <a:lnSpc>
                <a:spcPct val="101000"/>
              </a:lnSpc>
              <a:spcBef>
                <a:spcPts val="700"/>
              </a:spcBef>
              <a:spcAft>
                <a:spcPts val="0"/>
              </a:spcAft>
              <a:buClr>
                <a:schemeClr val="dk1"/>
              </a:buClr>
              <a:buSzPts val="1800"/>
              <a:buNone/>
              <a:defRPr/>
            </a:lvl1pPr>
            <a:lvl2pPr indent="-342900" lvl="1" marL="914400" algn="l">
              <a:lnSpc>
                <a:spcPct val="101000"/>
              </a:lnSpc>
              <a:spcBef>
                <a:spcPts val="700"/>
              </a:spcBef>
              <a:spcAft>
                <a:spcPts val="0"/>
              </a:spcAft>
              <a:buClr>
                <a:schemeClr val="dk1"/>
              </a:buClr>
              <a:buSzPts val="1800"/>
              <a:buChar char="▪"/>
              <a:defRPr/>
            </a:lvl2pPr>
            <a:lvl3pPr indent="-228600" lvl="2" marL="1371600" algn="l">
              <a:lnSpc>
                <a:spcPct val="101000"/>
              </a:lnSpc>
              <a:spcBef>
                <a:spcPts val="400"/>
              </a:spcBef>
              <a:spcAft>
                <a:spcPts val="0"/>
              </a:spcAft>
              <a:buClr>
                <a:schemeClr val="dk1"/>
              </a:buClr>
              <a:buSzPts val="1800"/>
              <a:buNone/>
              <a:defRPr/>
            </a:lvl3pPr>
            <a:lvl4pPr indent="-342900" lvl="3" marL="1828800" algn="l">
              <a:lnSpc>
                <a:spcPct val="101000"/>
              </a:lnSpc>
              <a:spcBef>
                <a:spcPts val="400"/>
              </a:spcBef>
              <a:spcAft>
                <a:spcPts val="0"/>
              </a:spcAft>
              <a:buClr>
                <a:schemeClr val="dk1"/>
              </a:buClr>
              <a:buSzPts val="1800"/>
              <a:buChar char="▪"/>
              <a:defRPr/>
            </a:lvl4pPr>
            <a:lvl5pPr indent="-228600" lvl="4" marL="2286000" algn="l">
              <a:lnSpc>
                <a:spcPct val="101000"/>
              </a:lnSpc>
              <a:spcBef>
                <a:spcPts val="4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10" type="dt"/>
          </p:nvPr>
        </p:nvSpPr>
        <p:spPr>
          <a:xfrm>
            <a:off x="6903720" y="6356350"/>
            <a:ext cx="3236976" cy="365125"/>
          </a:xfrm>
          <a:prstGeom prst="rect">
            <a:avLst/>
          </a:prstGeom>
          <a:noFill/>
          <a:ln>
            <a:noFill/>
          </a:ln>
        </p:spPr>
        <p:txBody>
          <a:bodyPr anchorCtr="0" anchor="ctr" bIns="45700" lIns="91425" spcFirstLastPara="1" rIns="91425" wrap="square" tIns="45700">
            <a:noAutofit/>
          </a:bodyPr>
          <a:lstStyle>
            <a:lvl1pPr lvl="0" algn="just">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
          <p:cNvSpPr txBox="1"/>
          <p:nvPr>
            <p:ph idx="11" type="ftr"/>
          </p:nvPr>
        </p:nvSpPr>
        <p:spPr>
          <a:xfrm>
            <a:off x="960120" y="6356350"/>
            <a:ext cx="550468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
          <p:cNvSpPr txBox="1"/>
          <p:nvPr>
            <p:ph idx="12" type="sldNum"/>
          </p:nvPr>
        </p:nvSpPr>
        <p:spPr>
          <a:xfrm>
            <a:off x="10296144" y="6356350"/>
            <a:ext cx="93268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t-IT"/>
              <a:t>‹#›</a:t>
            </a:fld>
            <a:endParaRPr/>
          </a:p>
        </p:txBody>
      </p:sp>
      <p:sp>
        <p:nvSpPr>
          <p:cNvPr id="47" name="Google Shape;47;p7"/>
          <p:cNvSpPr txBox="1"/>
          <p:nvPr>
            <p:ph type="title"/>
          </p:nvPr>
        </p:nvSpPr>
        <p:spPr>
          <a:xfrm>
            <a:off x="960120" y="317814"/>
            <a:ext cx="10268712" cy="170078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8"/>
          <p:cNvSpPr txBox="1"/>
          <p:nvPr>
            <p:ph type="title"/>
          </p:nvPr>
        </p:nvSpPr>
        <p:spPr>
          <a:xfrm>
            <a:off x="960120" y="317814"/>
            <a:ext cx="10268712" cy="170078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8"/>
          <p:cNvSpPr txBox="1"/>
          <p:nvPr>
            <p:ph idx="10" type="dt"/>
          </p:nvPr>
        </p:nvSpPr>
        <p:spPr>
          <a:xfrm>
            <a:off x="6903720" y="6356350"/>
            <a:ext cx="3236976" cy="365125"/>
          </a:xfrm>
          <a:prstGeom prst="rect">
            <a:avLst/>
          </a:prstGeom>
          <a:noFill/>
          <a:ln>
            <a:noFill/>
          </a:ln>
        </p:spPr>
        <p:txBody>
          <a:bodyPr anchorCtr="0" anchor="ctr" bIns="45700" lIns="91425" spcFirstLastPara="1" rIns="91425" wrap="square" tIns="45700">
            <a:noAutofit/>
          </a:bodyPr>
          <a:lstStyle>
            <a:lvl1pPr lvl="0" algn="just">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
          <p:cNvSpPr txBox="1"/>
          <p:nvPr>
            <p:ph idx="11" type="ftr"/>
          </p:nvPr>
        </p:nvSpPr>
        <p:spPr>
          <a:xfrm>
            <a:off x="960120" y="6356350"/>
            <a:ext cx="550468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2" type="sldNum"/>
          </p:nvPr>
        </p:nvSpPr>
        <p:spPr>
          <a:xfrm>
            <a:off x="10296144" y="6356350"/>
            <a:ext cx="93268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3" name="Shape 53"/>
        <p:cNvGrpSpPr/>
        <p:nvPr/>
      </p:nvGrpSpPr>
      <p:grpSpPr>
        <a:xfrm>
          <a:off x="0" y="0"/>
          <a:ext cx="0" cy="0"/>
          <a:chOff x="0" y="0"/>
          <a:chExt cx="0" cy="0"/>
        </a:xfrm>
      </p:grpSpPr>
      <p:sp>
        <p:nvSpPr>
          <p:cNvPr id="54" name="Google Shape;54;p9"/>
          <p:cNvSpPr txBox="1"/>
          <p:nvPr>
            <p:ph idx="10" type="dt"/>
          </p:nvPr>
        </p:nvSpPr>
        <p:spPr>
          <a:xfrm>
            <a:off x="6903720" y="6356350"/>
            <a:ext cx="3236976" cy="365125"/>
          </a:xfrm>
          <a:prstGeom prst="rect">
            <a:avLst/>
          </a:prstGeom>
          <a:noFill/>
          <a:ln>
            <a:noFill/>
          </a:ln>
        </p:spPr>
        <p:txBody>
          <a:bodyPr anchorCtr="0" anchor="ctr" bIns="45700" lIns="91425" spcFirstLastPara="1" rIns="91425" wrap="square" tIns="45700">
            <a:noAutofit/>
          </a:bodyPr>
          <a:lstStyle>
            <a:lvl1pPr lvl="0" algn="just">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9"/>
          <p:cNvSpPr txBox="1"/>
          <p:nvPr>
            <p:ph idx="11" type="ftr"/>
          </p:nvPr>
        </p:nvSpPr>
        <p:spPr>
          <a:xfrm>
            <a:off x="960120" y="6356350"/>
            <a:ext cx="550468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2" type="sldNum"/>
          </p:nvPr>
        </p:nvSpPr>
        <p:spPr>
          <a:xfrm>
            <a:off x="10296144" y="6356350"/>
            <a:ext cx="93268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57" name="Shape 57"/>
        <p:cNvGrpSpPr/>
        <p:nvPr/>
      </p:nvGrpSpPr>
      <p:grpSpPr>
        <a:xfrm>
          <a:off x="0" y="0"/>
          <a:ext cx="0" cy="0"/>
          <a:chOff x="0" y="0"/>
          <a:chExt cx="0" cy="0"/>
        </a:xfrm>
      </p:grpSpPr>
      <p:sp>
        <p:nvSpPr>
          <p:cNvPr id="58" name="Google Shape;58;p10"/>
          <p:cNvSpPr txBox="1"/>
          <p:nvPr>
            <p:ph idx="1" type="body"/>
          </p:nvPr>
        </p:nvSpPr>
        <p:spPr>
          <a:xfrm>
            <a:off x="5183188" y="2591850"/>
            <a:ext cx="6045644" cy="3593592"/>
          </a:xfrm>
          <a:prstGeom prst="rect">
            <a:avLst/>
          </a:prstGeom>
          <a:noFill/>
          <a:ln>
            <a:noFill/>
          </a:ln>
        </p:spPr>
        <p:txBody>
          <a:bodyPr anchorCtr="0" anchor="t" bIns="45700" lIns="91425" spcFirstLastPara="1" rIns="91425" wrap="square" tIns="45700">
            <a:normAutofit/>
          </a:bodyPr>
          <a:lstStyle>
            <a:lvl1pPr indent="-228600" lvl="0" marL="457200" algn="l">
              <a:lnSpc>
                <a:spcPct val="101000"/>
              </a:lnSpc>
              <a:spcBef>
                <a:spcPts val="700"/>
              </a:spcBef>
              <a:spcAft>
                <a:spcPts val="0"/>
              </a:spcAft>
              <a:buClr>
                <a:schemeClr val="dk1"/>
              </a:buClr>
              <a:buSzPts val="3200"/>
              <a:buNone/>
              <a:defRPr sz="3200"/>
            </a:lvl1pPr>
            <a:lvl2pPr indent="-406400" lvl="1" marL="914400" algn="l">
              <a:lnSpc>
                <a:spcPct val="101000"/>
              </a:lnSpc>
              <a:spcBef>
                <a:spcPts val="700"/>
              </a:spcBef>
              <a:spcAft>
                <a:spcPts val="0"/>
              </a:spcAft>
              <a:buClr>
                <a:schemeClr val="dk1"/>
              </a:buClr>
              <a:buSzPts val="2800"/>
              <a:buChar char="▪"/>
              <a:defRPr sz="2800"/>
            </a:lvl2pPr>
            <a:lvl3pPr indent="-228600" lvl="2" marL="1371600" algn="l">
              <a:lnSpc>
                <a:spcPct val="101000"/>
              </a:lnSpc>
              <a:spcBef>
                <a:spcPts val="400"/>
              </a:spcBef>
              <a:spcAft>
                <a:spcPts val="0"/>
              </a:spcAft>
              <a:buClr>
                <a:schemeClr val="dk1"/>
              </a:buClr>
              <a:buSzPts val="2400"/>
              <a:buNone/>
              <a:defRPr sz="2400"/>
            </a:lvl3pPr>
            <a:lvl4pPr indent="-355600" lvl="3" marL="1828800" algn="l">
              <a:lnSpc>
                <a:spcPct val="101000"/>
              </a:lnSpc>
              <a:spcBef>
                <a:spcPts val="400"/>
              </a:spcBef>
              <a:spcAft>
                <a:spcPts val="0"/>
              </a:spcAft>
              <a:buClr>
                <a:schemeClr val="dk1"/>
              </a:buClr>
              <a:buSzPts val="2000"/>
              <a:buChar char="▪"/>
              <a:defRPr sz="2000"/>
            </a:lvl4pPr>
            <a:lvl5pPr indent="-228600" lvl="4" marL="2286000" algn="l">
              <a:lnSpc>
                <a:spcPct val="101000"/>
              </a:lnSpc>
              <a:spcBef>
                <a:spcPts val="400"/>
              </a:spcBef>
              <a:spcAft>
                <a:spcPts val="0"/>
              </a:spcAft>
              <a:buClr>
                <a:schemeClr val="dk1"/>
              </a:buClr>
              <a:buSzPts val="2000"/>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9" name="Google Shape;59;p10"/>
          <p:cNvSpPr txBox="1"/>
          <p:nvPr>
            <p:ph idx="2" type="body"/>
          </p:nvPr>
        </p:nvSpPr>
        <p:spPr>
          <a:xfrm>
            <a:off x="960120" y="2591850"/>
            <a:ext cx="3811905" cy="3277137"/>
          </a:xfrm>
          <a:prstGeom prst="rect">
            <a:avLst/>
          </a:prstGeom>
          <a:noFill/>
          <a:ln>
            <a:noFill/>
          </a:ln>
        </p:spPr>
        <p:txBody>
          <a:bodyPr anchorCtr="0" anchor="ctr" bIns="45700" lIns="91425" spcFirstLastPara="1" rIns="91425" wrap="square" tIns="45700">
            <a:normAutofit/>
          </a:bodyPr>
          <a:lstStyle>
            <a:lvl1pPr indent="-228600" lvl="0" marL="457200" algn="l">
              <a:lnSpc>
                <a:spcPct val="101000"/>
              </a:lnSpc>
              <a:spcBef>
                <a:spcPts val="700"/>
              </a:spcBef>
              <a:spcAft>
                <a:spcPts val="0"/>
              </a:spcAft>
              <a:buClr>
                <a:schemeClr val="dk1"/>
              </a:buClr>
              <a:buSzPts val="2400"/>
              <a:buNone/>
              <a:defRPr sz="2400"/>
            </a:lvl1pPr>
            <a:lvl2pPr indent="-228600" lvl="1" marL="914400" algn="l">
              <a:lnSpc>
                <a:spcPct val="101000"/>
              </a:lnSpc>
              <a:spcBef>
                <a:spcPts val="700"/>
              </a:spcBef>
              <a:spcAft>
                <a:spcPts val="0"/>
              </a:spcAft>
              <a:buClr>
                <a:schemeClr val="dk1"/>
              </a:buClr>
              <a:buSzPts val="1400"/>
              <a:buNone/>
              <a:defRPr sz="1400"/>
            </a:lvl2pPr>
            <a:lvl3pPr indent="-228600" lvl="2" marL="1371600" algn="l">
              <a:lnSpc>
                <a:spcPct val="101000"/>
              </a:lnSpc>
              <a:spcBef>
                <a:spcPts val="400"/>
              </a:spcBef>
              <a:spcAft>
                <a:spcPts val="0"/>
              </a:spcAft>
              <a:buClr>
                <a:schemeClr val="dk1"/>
              </a:buClr>
              <a:buSzPts val="1200"/>
              <a:buNone/>
              <a:defRPr sz="1200"/>
            </a:lvl3pPr>
            <a:lvl4pPr indent="-228600" lvl="3" marL="1828800" algn="l">
              <a:lnSpc>
                <a:spcPct val="101000"/>
              </a:lnSpc>
              <a:spcBef>
                <a:spcPts val="400"/>
              </a:spcBef>
              <a:spcAft>
                <a:spcPts val="0"/>
              </a:spcAft>
              <a:buClr>
                <a:schemeClr val="dk1"/>
              </a:buClr>
              <a:buSzPts val="1000"/>
              <a:buNone/>
              <a:defRPr sz="1000"/>
            </a:lvl4pPr>
            <a:lvl5pPr indent="-228600" lvl="4" marL="2286000" algn="l">
              <a:lnSpc>
                <a:spcPct val="101000"/>
              </a:lnSpc>
              <a:spcBef>
                <a:spcPts val="4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0" name="Google Shape;60;p10"/>
          <p:cNvSpPr txBox="1"/>
          <p:nvPr>
            <p:ph idx="10" type="dt"/>
          </p:nvPr>
        </p:nvSpPr>
        <p:spPr>
          <a:xfrm>
            <a:off x="6903720" y="6356350"/>
            <a:ext cx="3236976" cy="365125"/>
          </a:xfrm>
          <a:prstGeom prst="rect">
            <a:avLst/>
          </a:prstGeom>
          <a:noFill/>
          <a:ln>
            <a:noFill/>
          </a:ln>
        </p:spPr>
        <p:txBody>
          <a:bodyPr anchorCtr="0" anchor="ctr" bIns="45700" lIns="91425" spcFirstLastPara="1" rIns="91425" wrap="square" tIns="45700">
            <a:noAutofit/>
          </a:bodyPr>
          <a:lstStyle>
            <a:lvl1pPr lvl="0" algn="just">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0"/>
          <p:cNvSpPr txBox="1"/>
          <p:nvPr>
            <p:ph idx="11" type="ftr"/>
          </p:nvPr>
        </p:nvSpPr>
        <p:spPr>
          <a:xfrm>
            <a:off x="960120" y="6356350"/>
            <a:ext cx="550468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0"/>
          <p:cNvSpPr txBox="1"/>
          <p:nvPr>
            <p:ph idx="12" type="sldNum"/>
          </p:nvPr>
        </p:nvSpPr>
        <p:spPr>
          <a:xfrm>
            <a:off x="10296144" y="6356350"/>
            <a:ext cx="93268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t-IT"/>
              <a:t>‹#›</a:t>
            </a:fld>
            <a:endParaRPr/>
          </a:p>
        </p:txBody>
      </p:sp>
      <p:sp>
        <p:nvSpPr>
          <p:cNvPr id="63" name="Google Shape;63;p10"/>
          <p:cNvSpPr txBox="1"/>
          <p:nvPr>
            <p:ph type="title"/>
          </p:nvPr>
        </p:nvSpPr>
        <p:spPr>
          <a:xfrm>
            <a:off x="960120" y="317814"/>
            <a:ext cx="10268712" cy="170078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64" name="Shape 64"/>
        <p:cNvGrpSpPr/>
        <p:nvPr/>
      </p:nvGrpSpPr>
      <p:grpSpPr>
        <a:xfrm>
          <a:off x="0" y="0"/>
          <a:ext cx="0" cy="0"/>
          <a:chOff x="0" y="0"/>
          <a:chExt cx="0" cy="0"/>
        </a:xfrm>
      </p:grpSpPr>
      <p:sp>
        <p:nvSpPr>
          <p:cNvPr id="65" name="Google Shape;65;p11"/>
          <p:cNvSpPr/>
          <p:nvPr>
            <p:ph idx="2" type="pic"/>
          </p:nvPr>
        </p:nvSpPr>
        <p:spPr>
          <a:xfrm>
            <a:off x="0" y="2267712"/>
            <a:ext cx="6571469" cy="4590288"/>
          </a:xfrm>
          <a:prstGeom prst="rect">
            <a:avLst/>
          </a:prstGeom>
          <a:solidFill>
            <a:srgbClr val="D8D8D8"/>
          </a:solidFill>
          <a:ln>
            <a:noFill/>
          </a:ln>
        </p:spPr>
      </p:sp>
      <p:sp>
        <p:nvSpPr>
          <p:cNvPr id="66" name="Google Shape;66;p11"/>
          <p:cNvSpPr txBox="1"/>
          <p:nvPr>
            <p:ph idx="1" type="body"/>
          </p:nvPr>
        </p:nvSpPr>
        <p:spPr>
          <a:xfrm>
            <a:off x="7235971" y="2587752"/>
            <a:ext cx="3992856" cy="3593592"/>
          </a:xfrm>
          <a:prstGeom prst="rect">
            <a:avLst/>
          </a:prstGeom>
          <a:noFill/>
          <a:ln>
            <a:noFill/>
          </a:ln>
        </p:spPr>
        <p:txBody>
          <a:bodyPr anchorCtr="0" anchor="ctr" bIns="45700" lIns="91425" spcFirstLastPara="1" rIns="91425" wrap="square" tIns="45700">
            <a:normAutofit/>
          </a:bodyPr>
          <a:lstStyle>
            <a:lvl1pPr indent="-228600" lvl="0" marL="457200" algn="l">
              <a:lnSpc>
                <a:spcPct val="101000"/>
              </a:lnSpc>
              <a:spcBef>
                <a:spcPts val="700"/>
              </a:spcBef>
              <a:spcAft>
                <a:spcPts val="0"/>
              </a:spcAft>
              <a:buClr>
                <a:schemeClr val="dk1"/>
              </a:buClr>
              <a:buSzPts val="2400"/>
              <a:buNone/>
              <a:defRPr sz="2400"/>
            </a:lvl1pPr>
            <a:lvl2pPr indent="-228600" lvl="1" marL="914400" algn="l">
              <a:lnSpc>
                <a:spcPct val="101000"/>
              </a:lnSpc>
              <a:spcBef>
                <a:spcPts val="700"/>
              </a:spcBef>
              <a:spcAft>
                <a:spcPts val="0"/>
              </a:spcAft>
              <a:buClr>
                <a:schemeClr val="dk1"/>
              </a:buClr>
              <a:buSzPts val="1400"/>
              <a:buNone/>
              <a:defRPr sz="1400"/>
            </a:lvl2pPr>
            <a:lvl3pPr indent="-228600" lvl="2" marL="1371600" algn="l">
              <a:lnSpc>
                <a:spcPct val="101000"/>
              </a:lnSpc>
              <a:spcBef>
                <a:spcPts val="400"/>
              </a:spcBef>
              <a:spcAft>
                <a:spcPts val="0"/>
              </a:spcAft>
              <a:buClr>
                <a:schemeClr val="dk1"/>
              </a:buClr>
              <a:buSzPts val="1200"/>
              <a:buNone/>
              <a:defRPr sz="1200"/>
            </a:lvl3pPr>
            <a:lvl4pPr indent="-228600" lvl="3" marL="1828800" algn="l">
              <a:lnSpc>
                <a:spcPct val="101000"/>
              </a:lnSpc>
              <a:spcBef>
                <a:spcPts val="400"/>
              </a:spcBef>
              <a:spcAft>
                <a:spcPts val="0"/>
              </a:spcAft>
              <a:buClr>
                <a:schemeClr val="dk1"/>
              </a:buClr>
              <a:buSzPts val="1000"/>
              <a:buNone/>
              <a:defRPr sz="1000"/>
            </a:lvl4pPr>
            <a:lvl5pPr indent="-228600" lvl="4" marL="2286000" algn="l">
              <a:lnSpc>
                <a:spcPct val="101000"/>
              </a:lnSpc>
              <a:spcBef>
                <a:spcPts val="4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11"/>
          <p:cNvSpPr txBox="1"/>
          <p:nvPr>
            <p:ph idx="10" type="dt"/>
          </p:nvPr>
        </p:nvSpPr>
        <p:spPr>
          <a:xfrm>
            <a:off x="6903720" y="6356350"/>
            <a:ext cx="3236976" cy="365125"/>
          </a:xfrm>
          <a:prstGeom prst="rect">
            <a:avLst/>
          </a:prstGeom>
          <a:noFill/>
          <a:ln>
            <a:noFill/>
          </a:ln>
        </p:spPr>
        <p:txBody>
          <a:bodyPr anchorCtr="0" anchor="ctr" bIns="45700" lIns="91425" spcFirstLastPara="1" rIns="91425" wrap="square" tIns="45700">
            <a:noAutofit/>
          </a:bodyPr>
          <a:lstStyle>
            <a:lvl1pPr lvl="0" algn="just">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1"/>
          <p:cNvSpPr txBox="1"/>
          <p:nvPr>
            <p:ph idx="11" type="ftr"/>
          </p:nvPr>
        </p:nvSpPr>
        <p:spPr>
          <a:xfrm>
            <a:off x="960120" y="6356350"/>
            <a:ext cx="550468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1"/>
          <p:cNvSpPr txBox="1"/>
          <p:nvPr>
            <p:ph idx="12" type="sldNum"/>
          </p:nvPr>
        </p:nvSpPr>
        <p:spPr>
          <a:xfrm>
            <a:off x="10296144" y="6356350"/>
            <a:ext cx="93268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t-IT"/>
              <a:t>‹#›</a:t>
            </a:fld>
            <a:endParaRPr/>
          </a:p>
        </p:txBody>
      </p:sp>
      <p:sp>
        <p:nvSpPr>
          <p:cNvPr id="70" name="Google Shape;70;p11"/>
          <p:cNvSpPr txBox="1"/>
          <p:nvPr>
            <p:ph type="title"/>
          </p:nvPr>
        </p:nvSpPr>
        <p:spPr>
          <a:xfrm>
            <a:off x="960120" y="317814"/>
            <a:ext cx="10268712" cy="170078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2"/>
          <p:cNvSpPr txBox="1"/>
          <p:nvPr>
            <p:ph type="title"/>
          </p:nvPr>
        </p:nvSpPr>
        <p:spPr>
          <a:xfrm>
            <a:off x="960120" y="317814"/>
            <a:ext cx="10268712" cy="170078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2"/>
          <p:cNvSpPr txBox="1"/>
          <p:nvPr>
            <p:ph idx="1" type="body"/>
          </p:nvPr>
        </p:nvSpPr>
        <p:spPr>
          <a:xfrm rot="5400000">
            <a:off x="4297680" y="-749808"/>
            <a:ext cx="3593592" cy="10268712"/>
          </a:xfrm>
          <a:prstGeom prst="rect">
            <a:avLst/>
          </a:prstGeom>
          <a:noFill/>
          <a:ln>
            <a:noFill/>
          </a:ln>
        </p:spPr>
        <p:txBody>
          <a:bodyPr anchorCtr="0" anchor="t" bIns="45700" lIns="91425" spcFirstLastPara="1" rIns="91425" wrap="square" tIns="45700">
            <a:normAutofit/>
          </a:bodyPr>
          <a:lstStyle>
            <a:lvl1pPr indent="-228600" lvl="0" marL="457200" algn="l">
              <a:lnSpc>
                <a:spcPct val="101000"/>
              </a:lnSpc>
              <a:spcBef>
                <a:spcPts val="700"/>
              </a:spcBef>
              <a:spcAft>
                <a:spcPts val="0"/>
              </a:spcAft>
              <a:buClr>
                <a:schemeClr val="dk1"/>
              </a:buClr>
              <a:buSzPts val="1800"/>
              <a:buNone/>
              <a:defRPr/>
            </a:lvl1pPr>
            <a:lvl2pPr indent="-342900" lvl="1" marL="914400" algn="l">
              <a:lnSpc>
                <a:spcPct val="101000"/>
              </a:lnSpc>
              <a:spcBef>
                <a:spcPts val="700"/>
              </a:spcBef>
              <a:spcAft>
                <a:spcPts val="0"/>
              </a:spcAft>
              <a:buClr>
                <a:schemeClr val="dk1"/>
              </a:buClr>
              <a:buSzPts val="1800"/>
              <a:buChar char="▪"/>
              <a:defRPr/>
            </a:lvl2pPr>
            <a:lvl3pPr indent="-228600" lvl="2" marL="1371600" algn="l">
              <a:lnSpc>
                <a:spcPct val="101000"/>
              </a:lnSpc>
              <a:spcBef>
                <a:spcPts val="400"/>
              </a:spcBef>
              <a:spcAft>
                <a:spcPts val="0"/>
              </a:spcAft>
              <a:buClr>
                <a:schemeClr val="dk1"/>
              </a:buClr>
              <a:buSzPts val="1800"/>
              <a:buNone/>
              <a:defRPr/>
            </a:lvl3pPr>
            <a:lvl4pPr indent="-342900" lvl="3" marL="1828800" algn="l">
              <a:lnSpc>
                <a:spcPct val="101000"/>
              </a:lnSpc>
              <a:spcBef>
                <a:spcPts val="400"/>
              </a:spcBef>
              <a:spcAft>
                <a:spcPts val="0"/>
              </a:spcAft>
              <a:buClr>
                <a:schemeClr val="dk1"/>
              </a:buClr>
              <a:buSzPts val="1800"/>
              <a:buChar char="▪"/>
              <a:defRPr/>
            </a:lvl4pPr>
            <a:lvl5pPr indent="-228600" lvl="4" marL="2286000" algn="l">
              <a:lnSpc>
                <a:spcPct val="101000"/>
              </a:lnSpc>
              <a:spcBef>
                <a:spcPts val="4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2"/>
          <p:cNvSpPr txBox="1"/>
          <p:nvPr>
            <p:ph idx="10" type="dt"/>
          </p:nvPr>
        </p:nvSpPr>
        <p:spPr>
          <a:xfrm>
            <a:off x="6903720" y="6356350"/>
            <a:ext cx="3236976" cy="365125"/>
          </a:xfrm>
          <a:prstGeom prst="rect">
            <a:avLst/>
          </a:prstGeom>
          <a:noFill/>
          <a:ln>
            <a:noFill/>
          </a:ln>
        </p:spPr>
        <p:txBody>
          <a:bodyPr anchorCtr="0" anchor="ctr" bIns="45700" lIns="91425" spcFirstLastPara="1" rIns="91425" wrap="square" tIns="45700">
            <a:noAutofit/>
          </a:bodyPr>
          <a:lstStyle>
            <a:lvl1pPr lvl="0" algn="just">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2"/>
          <p:cNvSpPr txBox="1"/>
          <p:nvPr>
            <p:ph idx="11" type="ftr"/>
          </p:nvPr>
        </p:nvSpPr>
        <p:spPr>
          <a:xfrm>
            <a:off x="960120" y="6356350"/>
            <a:ext cx="550468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2" type="sldNum"/>
          </p:nvPr>
        </p:nvSpPr>
        <p:spPr>
          <a:xfrm>
            <a:off x="10296144" y="6356350"/>
            <a:ext cx="932688"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77" name="Shape 77"/>
        <p:cNvGrpSpPr/>
        <p:nvPr/>
      </p:nvGrpSpPr>
      <p:grpSpPr>
        <a:xfrm>
          <a:off x="0" y="0"/>
          <a:ext cx="0" cy="0"/>
          <a:chOff x="0" y="0"/>
          <a:chExt cx="0" cy="0"/>
        </a:xfrm>
      </p:grpSpPr>
      <p:sp>
        <p:nvSpPr>
          <p:cNvPr id="78" name="Google Shape;78;p13"/>
          <p:cNvSpPr/>
          <p:nvPr/>
        </p:nvSpPr>
        <p:spPr>
          <a:xfrm>
            <a:off x="7108274" y="0"/>
            <a:ext cx="5083725"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Medium"/>
              <a:ea typeface="Libre Franklin Medium"/>
              <a:cs typeface="Libre Franklin Medium"/>
              <a:sym typeface="Libre Franklin Medium"/>
            </a:endParaRPr>
          </a:p>
        </p:txBody>
      </p:sp>
      <p:sp>
        <p:nvSpPr>
          <p:cNvPr id="79" name="Google Shape;79;p13"/>
          <p:cNvSpPr txBox="1"/>
          <p:nvPr>
            <p:ph type="title"/>
          </p:nvPr>
        </p:nvSpPr>
        <p:spPr>
          <a:xfrm rot="5400000">
            <a:off x="6723538" y="1671668"/>
            <a:ext cx="5533495" cy="3477092"/>
          </a:xfrm>
          <a:prstGeom prst="rect">
            <a:avLst/>
          </a:prstGeom>
          <a:noFill/>
          <a:ln>
            <a:noFill/>
          </a:ln>
        </p:spPr>
        <p:txBody>
          <a:bodyPr anchorCtr="0" anchor="ctr" bIns="91425" lIns="91425" spcFirstLastPara="1" rIns="91425" wrap="square" tIns="91425">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3"/>
          <p:cNvSpPr txBox="1"/>
          <p:nvPr>
            <p:ph idx="1" type="body"/>
          </p:nvPr>
        </p:nvSpPr>
        <p:spPr>
          <a:xfrm rot="5400000">
            <a:off x="945716" y="657872"/>
            <a:ext cx="5533496" cy="5504687"/>
          </a:xfrm>
          <a:prstGeom prst="rect">
            <a:avLst/>
          </a:prstGeom>
          <a:noFill/>
          <a:ln>
            <a:noFill/>
          </a:ln>
        </p:spPr>
        <p:txBody>
          <a:bodyPr anchorCtr="0" anchor="t" bIns="91425" lIns="91425" spcFirstLastPara="1" rIns="91425" wrap="square" tIns="91425">
            <a:normAutofit/>
          </a:bodyPr>
          <a:lstStyle>
            <a:lvl1pPr indent="-228600" lvl="0" marL="457200" algn="l">
              <a:lnSpc>
                <a:spcPct val="101000"/>
              </a:lnSpc>
              <a:spcBef>
                <a:spcPts val="700"/>
              </a:spcBef>
              <a:spcAft>
                <a:spcPts val="0"/>
              </a:spcAft>
              <a:buClr>
                <a:schemeClr val="dk1"/>
              </a:buClr>
              <a:buSzPts val="1800"/>
              <a:buNone/>
              <a:defRPr/>
            </a:lvl1pPr>
            <a:lvl2pPr indent="-342900" lvl="1" marL="914400" algn="l">
              <a:lnSpc>
                <a:spcPct val="101000"/>
              </a:lnSpc>
              <a:spcBef>
                <a:spcPts val="700"/>
              </a:spcBef>
              <a:spcAft>
                <a:spcPts val="0"/>
              </a:spcAft>
              <a:buClr>
                <a:schemeClr val="dk1"/>
              </a:buClr>
              <a:buSzPts val="1800"/>
              <a:buChar char="▪"/>
              <a:defRPr/>
            </a:lvl2pPr>
            <a:lvl3pPr indent="-228600" lvl="2" marL="1371600" algn="l">
              <a:lnSpc>
                <a:spcPct val="101000"/>
              </a:lnSpc>
              <a:spcBef>
                <a:spcPts val="400"/>
              </a:spcBef>
              <a:spcAft>
                <a:spcPts val="0"/>
              </a:spcAft>
              <a:buClr>
                <a:schemeClr val="dk1"/>
              </a:buClr>
              <a:buSzPts val="1800"/>
              <a:buNone/>
              <a:defRPr/>
            </a:lvl3pPr>
            <a:lvl4pPr indent="-342900" lvl="3" marL="1828800" algn="l">
              <a:lnSpc>
                <a:spcPct val="101000"/>
              </a:lnSpc>
              <a:spcBef>
                <a:spcPts val="400"/>
              </a:spcBef>
              <a:spcAft>
                <a:spcPts val="0"/>
              </a:spcAft>
              <a:buClr>
                <a:schemeClr val="dk1"/>
              </a:buClr>
              <a:buSzPts val="1800"/>
              <a:buChar char="▪"/>
              <a:defRPr/>
            </a:lvl4pPr>
            <a:lvl5pPr indent="-228600" lvl="4" marL="2286000" algn="l">
              <a:lnSpc>
                <a:spcPct val="101000"/>
              </a:lnSpc>
              <a:spcBef>
                <a:spcPts val="4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3"/>
          <p:cNvSpPr txBox="1"/>
          <p:nvPr>
            <p:ph idx="10" type="dt"/>
          </p:nvPr>
        </p:nvSpPr>
        <p:spPr>
          <a:xfrm>
            <a:off x="7617898" y="6356350"/>
            <a:ext cx="2522798" cy="365125"/>
          </a:xfrm>
          <a:prstGeom prst="rect">
            <a:avLst/>
          </a:prstGeom>
          <a:noFill/>
          <a:ln>
            <a:noFill/>
          </a:ln>
        </p:spPr>
        <p:txBody>
          <a:bodyPr anchorCtr="0" anchor="ctr" bIns="45700" lIns="91425" spcFirstLastPara="1" rIns="91425" wrap="square" tIns="45700">
            <a:noAutofit/>
          </a:bodyPr>
          <a:lstStyle>
            <a:lvl1pPr lvl="0" algn="just">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1" type="ftr"/>
          </p:nvPr>
        </p:nvSpPr>
        <p:spPr>
          <a:xfrm>
            <a:off x="960120" y="6356350"/>
            <a:ext cx="550468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2" type="sldNum"/>
          </p:nvPr>
        </p:nvSpPr>
        <p:spPr>
          <a:xfrm>
            <a:off x="10296144" y="6356350"/>
            <a:ext cx="932688" cy="365125"/>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1pPr>
            <a:lvl2pPr indent="0" lvl="1"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2pPr>
            <a:lvl3pPr indent="0" lvl="2"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3pPr>
            <a:lvl4pPr indent="0" lvl="3"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4pPr>
            <a:lvl5pPr indent="0" lvl="4"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5pPr>
            <a:lvl6pPr indent="0" lvl="5"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6pPr>
            <a:lvl7pPr indent="0" lvl="6"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7pPr>
            <a:lvl8pPr indent="0" lvl="7"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8pPr>
            <a:lvl9pPr indent="0" lvl="8" marL="0" marR="0" algn="l">
              <a:spcBef>
                <a:spcPts val="0"/>
              </a:spcBef>
              <a:buNone/>
              <a:defRPr b="0" i="0" sz="1200" u="none" cap="none" strike="noStrike">
                <a:solidFill>
                  <a:schemeClr val="lt1"/>
                </a:solidFill>
                <a:latin typeface="Libre Franklin Medium"/>
                <a:ea typeface="Libre Franklin Medium"/>
                <a:cs typeface="Libre Franklin Medium"/>
                <a:sym typeface="Libre Franklin Medium"/>
              </a:defRPr>
            </a:lvl9pPr>
          </a:lstStyle>
          <a:p>
            <a:pPr indent="0" lvl="0" marL="0" rtl="0" algn="l">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p:nvPr/>
        </p:nvSpPr>
        <p:spPr>
          <a:xfrm>
            <a:off x="0" y="0"/>
            <a:ext cx="12192000" cy="226498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Medium"/>
              <a:ea typeface="Libre Franklin Medium"/>
              <a:cs typeface="Libre Franklin Medium"/>
              <a:sym typeface="Libre Franklin Medium"/>
            </a:endParaRPr>
          </a:p>
        </p:txBody>
      </p:sp>
      <p:sp>
        <p:nvSpPr>
          <p:cNvPr id="7" name="Google Shape;7;p2"/>
          <p:cNvSpPr txBox="1"/>
          <p:nvPr>
            <p:ph type="title"/>
          </p:nvPr>
        </p:nvSpPr>
        <p:spPr>
          <a:xfrm>
            <a:off x="960120" y="317814"/>
            <a:ext cx="10268712" cy="1700784"/>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6600"/>
              <a:buFont typeface="Libre Franklin"/>
              <a:buNone/>
              <a:defRPr b="0" i="0" sz="6600" u="none" cap="none" strike="noStrike">
                <a:solidFill>
                  <a:schemeClr val="lt1"/>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2"/>
          <p:cNvSpPr txBox="1"/>
          <p:nvPr>
            <p:ph idx="1" type="body"/>
          </p:nvPr>
        </p:nvSpPr>
        <p:spPr>
          <a:xfrm>
            <a:off x="960120" y="2587752"/>
            <a:ext cx="10268712" cy="3593592"/>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1000"/>
              </a:lnSpc>
              <a:spcBef>
                <a:spcPts val="700"/>
              </a:spcBef>
              <a:spcAft>
                <a:spcPts val="0"/>
              </a:spcAft>
              <a:buClr>
                <a:schemeClr val="dk1"/>
              </a:buClr>
              <a:buSzPts val="2600"/>
              <a:buFont typeface="Arial"/>
              <a:buNone/>
              <a:defRPr b="0" i="0" sz="2600" u="none" cap="none" strike="noStrike">
                <a:solidFill>
                  <a:schemeClr val="dk1"/>
                </a:solidFill>
                <a:latin typeface="Libre Franklin Medium"/>
                <a:ea typeface="Libre Franklin Medium"/>
                <a:cs typeface="Libre Franklin Medium"/>
                <a:sym typeface="Libre Franklin Medium"/>
              </a:defRPr>
            </a:lvl1pPr>
            <a:lvl2pPr indent="-374650" lvl="1" marL="914400" marR="0" rtl="0" algn="l">
              <a:lnSpc>
                <a:spcPct val="101000"/>
              </a:lnSpc>
              <a:spcBef>
                <a:spcPts val="700"/>
              </a:spcBef>
              <a:spcAft>
                <a:spcPts val="0"/>
              </a:spcAft>
              <a:buClr>
                <a:schemeClr val="dk1"/>
              </a:buClr>
              <a:buSzPts val="2300"/>
              <a:buFont typeface="Noto Sans Symbols"/>
              <a:buChar char="▪"/>
              <a:defRPr b="0" i="0" sz="2300" u="none" cap="none" strike="noStrike">
                <a:solidFill>
                  <a:schemeClr val="dk1"/>
                </a:solidFill>
                <a:latin typeface="Libre Franklin Medium"/>
                <a:ea typeface="Libre Franklin Medium"/>
                <a:cs typeface="Libre Franklin Medium"/>
                <a:sym typeface="Libre Franklin Medium"/>
              </a:defRPr>
            </a:lvl2pPr>
            <a:lvl3pPr indent="-228600" lvl="2" marL="1371600" marR="0" rtl="0" algn="l">
              <a:lnSpc>
                <a:spcPct val="101000"/>
              </a:lnSpc>
              <a:spcBef>
                <a:spcPts val="400"/>
              </a:spcBef>
              <a:spcAft>
                <a:spcPts val="0"/>
              </a:spcAft>
              <a:buClr>
                <a:schemeClr val="dk1"/>
              </a:buClr>
              <a:buSzPts val="1800"/>
              <a:buFont typeface="Arial"/>
              <a:buNone/>
              <a:defRPr b="1" i="0" sz="1800" u="none" cap="none" strike="noStrike">
                <a:solidFill>
                  <a:schemeClr val="dk1"/>
                </a:solidFill>
                <a:latin typeface="Libre Franklin Medium"/>
                <a:ea typeface="Libre Franklin Medium"/>
                <a:cs typeface="Libre Franklin Medium"/>
                <a:sym typeface="Libre Franklin Medium"/>
              </a:defRPr>
            </a:lvl3pPr>
            <a:lvl4pPr indent="-342900" lvl="3" marL="1828800" marR="0" rtl="0" algn="l">
              <a:lnSpc>
                <a:spcPct val="101000"/>
              </a:lnSpc>
              <a:spcBef>
                <a:spcPts val="400"/>
              </a:spcBef>
              <a:spcAft>
                <a:spcPts val="0"/>
              </a:spcAft>
              <a:buClr>
                <a:schemeClr val="dk1"/>
              </a:buClr>
              <a:buSzPts val="1800"/>
              <a:buFont typeface="Noto Sans Symbols"/>
              <a:buChar char="▪"/>
              <a:defRPr b="0" i="0" sz="1800" u="none" cap="none" strike="noStrike">
                <a:solidFill>
                  <a:schemeClr val="dk1"/>
                </a:solidFill>
                <a:latin typeface="Libre Franklin Medium"/>
                <a:ea typeface="Libre Franklin Medium"/>
                <a:cs typeface="Libre Franklin Medium"/>
                <a:sym typeface="Libre Franklin Medium"/>
              </a:defRPr>
            </a:lvl4pPr>
            <a:lvl5pPr indent="-228600" lvl="4" marL="2286000" marR="0" rtl="0" algn="l">
              <a:lnSpc>
                <a:spcPct val="101000"/>
              </a:lnSpc>
              <a:spcBef>
                <a:spcPts val="400"/>
              </a:spcBef>
              <a:spcAft>
                <a:spcPts val="0"/>
              </a:spcAft>
              <a:buClr>
                <a:schemeClr val="dk1"/>
              </a:buClr>
              <a:buSzPts val="1800"/>
              <a:buFont typeface="Arial"/>
              <a:buNone/>
              <a:defRPr b="1" i="0" sz="1800" u="none" cap="none" strike="noStrike">
                <a:solidFill>
                  <a:schemeClr val="dk1"/>
                </a:solidFill>
                <a:latin typeface="Libre Franklin Medium"/>
                <a:ea typeface="Libre Franklin Medium"/>
                <a:cs typeface="Libre Franklin Medium"/>
                <a:sym typeface="Libre Franklin Medium"/>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Medium"/>
                <a:ea typeface="Libre Franklin Medium"/>
                <a:cs typeface="Libre Franklin Medium"/>
                <a:sym typeface="Libre Franklin Medium"/>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Medium"/>
                <a:ea typeface="Libre Franklin Medium"/>
                <a:cs typeface="Libre Franklin Medium"/>
                <a:sym typeface="Libre Franklin Medium"/>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Medium"/>
                <a:ea typeface="Libre Franklin Medium"/>
                <a:cs typeface="Libre Franklin Medium"/>
                <a:sym typeface="Libre Franklin Medium"/>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Medium"/>
                <a:ea typeface="Libre Franklin Medium"/>
                <a:cs typeface="Libre Franklin Medium"/>
                <a:sym typeface="Libre Franklin Medium"/>
              </a:defRPr>
            </a:lvl9pPr>
          </a:lstStyle>
          <a:p/>
        </p:txBody>
      </p:sp>
      <p:sp>
        <p:nvSpPr>
          <p:cNvPr id="9" name="Google Shape;9;p2"/>
          <p:cNvSpPr txBox="1"/>
          <p:nvPr>
            <p:ph idx="10" type="dt"/>
          </p:nvPr>
        </p:nvSpPr>
        <p:spPr>
          <a:xfrm>
            <a:off x="6903720" y="6356350"/>
            <a:ext cx="3236976" cy="365125"/>
          </a:xfrm>
          <a:prstGeom prst="rect">
            <a:avLst/>
          </a:prstGeom>
          <a:noFill/>
          <a:ln>
            <a:noFill/>
          </a:ln>
        </p:spPr>
        <p:txBody>
          <a:bodyPr anchorCtr="0" anchor="ctr" bIns="45700" lIns="91425" spcFirstLastPara="1" rIns="91425" wrap="square" tIns="45700">
            <a:noAutofit/>
          </a:bodyPr>
          <a:lstStyle>
            <a:lvl1pPr lvl="0" marR="0" rtl="0" algn="just">
              <a:spcBef>
                <a:spcPts val="0"/>
              </a:spcBef>
              <a:spcAft>
                <a:spcPts val="0"/>
              </a:spcAft>
              <a:buSzPts val="1400"/>
              <a:buNone/>
              <a:defRPr b="0" i="0" sz="1200" u="none" cap="none" strike="noStrike">
                <a:solidFill>
                  <a:schemeClr val="dk1"/>
                </a:solidFill>
                <a:latin typeface="Libre Franklin Medium"/>
                <a:ea typeface="Libre Franklin Medium"/>
                <a:cs typeface="Libre Franklin Medium"/>
                <a:sym typeface="Libre Franklin Medium"/>
              </a:defRPr>
            </a:lvl1pPr>
            <a:lvl2pPr lvl="1"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2pPr>
            <a:lvl3pPr lvl="2"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3pPr>
            <a:lvl4pPr lvl="3"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4pPr>
            <a:lvl5pPr lvl="4"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5pPr>
            <a:lvl6pPr lvl="5"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6pPr>
            <a:lvl7pPr lvl="6"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7pPr>
            <a:lvl8pPr lvl="7"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8pPr>
            <a:lvl9pPr lvl="8"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9pPr>
          </a:lstStyle>
          <a:p/>
        </p:txBody>
      </p:sp>
      <p:sp>
        <p:nvSpPr>
          <p:cNvPr id="10" name="Google Shape;10;p2"/>
          <p:cNvSpPr txBox="1"/>
          <p:nvPr>
            <p:ph idx="11" type="ftr"/>
          </p:nvPr>
        </p:nvSpPr>
        <p:spPr>
          <a:xfrm>
            <a:off x="960120" y="6356350"/>
            <a:ext cx="5504688"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dk1"/>
                </a:solidFill>
                <a:latin typeface="Libre Franklin Medium"/>
                <a:ea typeface="Libre Franklin Medium"/>
                <a:cs typeface="Libre Franklin Medium"/>
                <a:sym typeface="Libre Franklin Medium"/>
              </a:defRPr>
            </a:lvl1pPr>
            <a:lvl2pPr lvl="1"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2pPr>
            <a:lvl3pPr lvl="2"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3pPr>
            <a:lvl4pPr lvl="3"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4pPr>
            <a:lvl5pPr lvl="4"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5pPr>
            <a:lvl6pPr lvl="5"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6pPr>
            <a:lvl7pPr lvl="6"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7pPr>
            <a:lvl8pPr lvl="7"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8pPr>
            <a:lvl9pPr lvl="8"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9pPr>
          </a:lstStyle>
          <a:p/>
        </p:txBody>
      </p:sp>
      <p:sp>
        <p:nvSpPr>
          <p:cNvPr id="11" name="Google Shape;11;p2"/>
          <p:cNvSpPr txBox="1"/>
          <p:nvPr>
            <p:ph idx="12" type="sldNum"/>
          </p:nvPr>
        </p:nvSpPr>
        <p:spPr>
          <a:xfrm>
            <a:off x="10296144" y="6356350"/>
            <a:ext cx="932688"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chemeClr val="dk1"/>
                </a:solidFill>
                <a:latin typeface="Libre Franklin Medium"/>
                <a:ea typeface="Libre Franklin Medium"/>
                <a:cs typeface="Libre Franklin Medium"/>
                <a:sym typeface="Libre Franklin Medium"/>
              </a:defRPr>
            </a:lvl1pPr>
            <a:lvl2pPr indent="0" lvl="1" marL="0" marR="0" rtl="0" algn="l">
              <a:spcBef>
                <a:spcPts val="0"/>
              </a:spcBef>
              <a:buNone/>
              <a:defRPr b="0" i="0" sz="1200" u="none" cap="none" strike="noStrike">
                <a:solidFill>
                  <a:schemeClr val="dk1"/>
                </a:solidFill>
                <a:latin typeface="Libre Franklin Medium"/>
                <a:ea typeface="Libre Franklin Medium"/>
                <a:cs typeface="Libre Franklin Medium"/>
                <a:sym typeface="Libre Franklin Medium"/>
              </a:defRPr>
            </a:lvl2pPr>
            <a:lvl3pPr indent="0" lvl="2" marL="0" marR="0" rtl="0" algn="l">
              <a:spcBef>
                <a:spcPts val="0"/>
              </a:spcBef>
              <a:buNone/>
              <a:defRPr b="0" i="0" sz="1200" u="none" cap="none" strike="noStrike">
                <a:solidFill>
                  <a:schemeClr val="dk1"/>
                </a:solidFill>
                <a:latin typeface="Libre Franklin Medium"/>
                <a:ea typeface="Libre Franklin Medium"/>
                <a:cs typeface="Libre Franklin Medium"/>
                <a:sym typeface="Libre Franklin Medium"/>
              </a:defRPr>
            </a:lvl3pPr>
            <a:lvl4pPr indent="0" lvl="3" marL="0" marR="0" rtl="0" algn="l">
              <a:spcBef>
                <a:spcPts val="0"/>
              </a:spcBef>
              <a:buNone/>
              <a:defRPr b="0" i="0" sz="1200" u="none" cap="none" strike="noStrike">
                <a:solidFill>
                  <a:schemeClr val="dk1"/>
                </a:solidFill>
                <a:latin typeface="Libre Franklin Medium"/>
                <a:ea typeface="Libre Franklin Medium"/>
                <a:cs typeface="Libre Franklin Medium"/>
                <a:sym typeface="Libre Franklin Medium"/>
              </a:defRPr>
            </a:lvl4pPr>
            <a:lvl5pPr indent="0" lvl="4" marL="0" marR="0" rtl="0" algn="l">
              <a:spcBef>
                <a:spcPts val="0"/>
              </a:spcBef>
              <a:buNone/>
              <a:defRPr b="0" i="0" sz="1200" u="none" cap="none" strike="noStrike">
                <a:solidFill>
                  <a:schemeClr val="dk1"/>
                </a:solidFill>
                <a:latin typeface="Libre Franklin Medium"/>
                <a:ea typeface="Libre Franklin Medium"/>
                <a:cs typeface="Libre Franklin Medium"/>
                <a:sym typeface="Libre Franklin Medium"/>
              </a:defRPr>
            </a:lvl5pPr>
            <a:lvl6pPr indent="0" lvl="5" marL="0" marR="0" rtl="0" algn="l">
              <a:spcBef>
                <a:spcPts val="0"/>
              </a:spcBef>
              <a:buNone/>
              <a:defRPr b="0" i="0" sz="1200" u="none" cap="none" strike="noStrike">
                <a:solidFill>
                  <a:schemeClr val="dk1"/>
                </a:solidFill>
                <a:latin typeface="Libre Franklin Medium"/>
                <a:ea typeface="Libre Franklin Medium"/>
                <a:cs typeface="Libre Franklin Medium"/>
                <a:sym typeface="Libre Franklin Medium"/>
              </a:defRPr>
            </a:lvl6pPr>
            <a:lvl7pPr indent="0" lvl="6" marL="0" marR="0" rtl="0" algn="l">
              <a:spcBef>
                <a:spcPts val="0"/>
              </a:spcBef>
              <a:buNone/>
              <a:defRPr b="0" i="0" sz="1200" u="none" cap="none" strike="noStrike">
                <a:solidFill>
                  <a:schemeClr val="dk1"/>
                </a:solidFill>
                <a:latin typeface="Libre Franklin Medium"/>
                <a:ea typeface="Libre Franklin Medium"/>
                <a:cs typeface="Libre Franklin Medium"/>
                <a:sym typeface="Libre Franklin Medium"/>
              </a:defRPr>
            </a:lvl7pPr>
            <a:lvl8pPr indent="0" lvl="7" marL="0" marR="0" rtl="0" algn="l">
              <a:spcBef>
                <a:spcPts val="0"/>
              </a:spcBef>
              <a:buNone/>
              <a:defRPr b="0" i="0" sz="1200" u="none" cap="none" strike="noStrike">
                <a:solidFill>
                  <a:schemeClr val="dk1"/>
                </a:solidFill>
                <a:latin typeface="Libre Franklin Medium"/>
                <a:ea typeface="Libre Franklin Medium"/>
                <a:cs typeface="Libre Franklin Medium"/>
                <a:sym typeface="Libre Franklin Medium"/>
              </a:defRPr>
            </a:lvl8pPr>
            <a:lvl9pPr indent="0" lvl="8" marL="0" marR="0" rtl="0" algn="l">
              <a:spcBef>
                <a:spcPts val="0"/>
              </a:spcBef>
              <a:buNone/>
              <a:defRPr b="0" i="0" sz="1200" u="none" cap="none" strike="noStrike">
                <a:solidFill>
                  <a:schemeClr val="dk1"/>
                </a:solidFill>
                <a:latin typeface="Libre Franklin Medium"/>
                <a:ea typeface="Libre Franklin Medium"/>
                <a:cs typeface="Libre Franklin Medium"/>
                <a:sym typeface="Libre Franklin Medium"/>
              </a:defRPr>
            </a:lvl9pPr>
          </a:lstStyle>
          <a:p>
            <a:pPr indent="0" lvl="0" marL="0" rtl="0" algn="l">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Medium"/>
              <a:ea typeface="Libre Franklin Medium"/>
              <a:cs typeface="Libre Franklin Medium"/>
              <a:sym typeface="Libre Franklin Medium"/>
            </a:endParaRPr>
          </a:p>
        </p:txBody>
      </p:sp>
      <p:sp>
        <p:nvSpPr>
          <p:cNvPr id="89" name="Google Shape;89;p1"/>
          <p:cNvSpPr/>
          <p:nvPr/>
        </p:nvSpPr>
        <p:spPr>
          <a:xfrm>
            <a:off x="0" y="4206240"/>
            <a:ext cx="7534655" cy="265176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Medium"/>
              <a:ea typeface="Libre Franklin Medium"/>
              <a:cs typeface="Libre Franklin Medium"/>
              <a:sym typeface="Libre Franklin Medium"/>
            </a:endParaRPr>
          </a:p>
        </p:txBody>
      </p:sp>
      <p:pic>
        <p:nvPicPr>
          <p:cNvPr descr="Cerchio 3D fosforescente" id="90" name="Google Shape;90;p1"/>
          <p:cNvPicPr preferRelativeResize="0"/>
          <p:nvPr/>
        </p:nvPicPr>
        <p:blipFill rotWithShape="1">
          <a:blip r:embed="rId3">
            <a:alphaModFix/>
          </a:blip>
          <a:srcRect b="0" l="26936" r="24507" t="0"/>
          <a:stretch/>
        </p:blipFill>
        <p:spPr>
          <a:xfrm>
            <a:off x="7534655" y="10"/>
            <a:ext cx="4657345" cy="6857990"/>
          </a:xfrm>
          <a:prstGeom prst="rect">
            <a:avLst/>
          </a:prstGeom>
          <a:noFill/>
          <a:ln>
            <a:noFill/>
          </a:ln>
        </p:spPr>
      </p:pic>
      <p:sp>
        <p:nvSpPr>
          <p:cNvPr id="91" name="Google Shape;91;p1"/>
          <p:cNvSpPr/>
          <p:nvPr/>
        </p:nvSpPr>
        <p:spPr>
          <a:xfrm>
            <a:off x="-1" y="0"/>
            <a:ext cx="8625017" cy="6858000"/>
          </a:xfrm>
          <a:prstGeom prst="rect">
            <a:avLst/>
          </a:prstGeom>
          <a:solidFill>
            <a:srgbClr val="E5CB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it-IT" sz="2800" u="none" cap="none" strike="noStrike">
                <a:solidFill>
                  <a:srgbClr val="6A0B47"/>
                </a:solidFill>
                <a:latin typeface="Times New Roman"/>
                <a:ea typeface="Times New Roman"/>
                <a:cs typeface="Times New Roman"/>
                <a:sym typeface="Times New Roman"/>
              </a:rPr>
              <a:t>Je suis un homme arabe, peu importe de quelle origine. Je peux être algérien, kouweïtien, libanais, jordanien, saoudien… J’ai 40 ans et je suis professeur de langues étrangères. Je vie en Hollande depuis l’âge de 18 ans. J’ai étudié à l’université et eu ma licence ici.. J’enseigne dans des écoles internationales. Mes étudiants sont européens ou américains. J’aime beacoup ces deux mentalités. C’est simple, mes étudiants me donnent envie de travailler, ils me motivent beaucoup. Ils sont sérieux, disciplinés et aussi savent ce qu’ils veulent. On perd pas de temps, nous avons des objectifs à atteindre. </a:t>
            </a:r>
            <a:endParaRPr/>
          </a:p>
          <a:p>
            <a:pPr indent="0" lvl="0" marL="0" marR="0" rtl="0" algn="l">
              <a:spcBef>
                <a:spcPts val="0"/>
              </a:spcBef>
              <a:spcAft>
                <a:spcPts val="0"/>
              </a:spcAft>
              <a:buNone/>
            </a:pPr>
            <a:r>
              <a:rPr b="1" i="0" lang="it-IT" sz="2800" u="none" cap="none" strike="noStrike">
                <a:solidFill>
                  <a:srgbClr val="6A0B47"/>
                </a:solidFill>
                <a:latin typeface="Times New Roman"/>
                <a:ea typeface="Times New Roman"/>
                <a:cs typeface="Times New Roman"/>
                <a:sym typeface="Times New Roman"/>
              </a:rPr>
              <a:t>Mes étudiants apprécient mes cours et moi j’apprécie leurs comportements. Je suis très satifait de tout ça.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JuxtaposeVTI">
  <a:themeElements>
    <a:clrScheme name="AnalogousFromDarkSeedLeftStep">
      <a:dk1>
        <a:srgbClr val="000000"/>
      </a:dk1>
      <a:lt1>
        <a:srgbClr val="FFFFFF"/>
      </a:lt1>
      <a:dk2>
        <a:srgbClr val="1A1634"/>
      </a:dk2>
      <a:lt2>
        <a:srgbClr val="F0F3F3"/>
      </a:lt2>
      <a:accent1>
        <a:srgbClr val="E72950"/>
      </a:accent1>
      <a:accent2>
        <a:srgbClr val="D5178E"/>
      </a:accent2>
      <a:accent3>
        <a:srgbClr val="DF29E7"/>
      </a:accent3>
      <a:accent4>
        <a:srgbClr val="7E17D5"/>
      </a:accent4>
      <a:accent5>
        <a:srgbClr val="4129E7"/>
      </a:accent5>
      <a:accent6>
        <a:srgbClr val="174ED5"/>
      </a:accent6>
      <a:hlink>
        <a:srgbClr val="7351C5"/>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2023-05-16T14:03:34Z</dcterms:created>
  <dc:creator>Leila Alami</dc:creator>
</cp:coreProperties>
</file>